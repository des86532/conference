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4"/>
  </p:sldMasterIdLst>
  <p:notesMasterIdLst>
    <p:notesMasterId r:id="rId13"/>
  </p:notesMasterIdLst>
  <p:handoutMasterIdLst>
    <p:handoutMasterId r:id="rId14"/>
  </p:handoutMasterIdLst>
  <p:sldIdLst>
    <p:sldId id="331" r:id="rId5"/>
    <p:sldId id="359" r:id="rId6"/>
    <p:sldId id="339" r:id="rId7"/>
    <p:sldId id="360" r:id="rId8"/>
    <p:sldId id="361" r:id="rId9"/>
    <p:sldId id="362" r:id="rId10"/>
    <p:sldId id="363" r:id="rId11"/>
    <p:sldId id="335" r:id="rId12"/>
  </p:sldIdLst>
  <p:sldSz cx="12192000" cy="6858000"/>
  <p:notesSz cx="6858000" cy="9144000"/>
  <p:embeddedFontLst>
    <p:embeddedFont>
      <p:font typeface="Assistant Light" pitchFamily="2" charset="-79"/>
      <p:regular r:id="rId15"/>
    </p:embeddedFont>
    <p:embeddedFont>
      <p:font typeface="Nunito Sans" pitchFamily="2" charset="0"/>
      <p:regular r:id="rId16"/>
      <p:bold r:id="rId17"/>
      <p:italic r:id="rId18"/>
      <p:boldItalic r:id="rId19"/>
    </p:embeddedFont>
    <p:embeddedFont>
      <p:font typeface="微軟正黑體" panose="020B0604030504040204" pitchFamily="34" charset="-120"/>
      <p:regular r:id="rId20"/>
      <p:bold r:id="rId21"/>
    </p:embeddedFont>
    <p:embeddedFont>
      <p:font typeface="標楷體" panose="03000509000000000000" pitchFamily="65" charset="-12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680" userDrawn="1">
          <p15:clr>
            <a:srgbClr val="9AA0A6"/>
          </p15:clr>
        </p15:guide>
        <p15:guide id="2" pos="5620" userDrawn="1">
          <p15:clr>
            <a:srgbClr val="9AA0A6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祖豪 楊" initials="祖豪" lastIdx="1" clrIdx="0">
    <p:extLst>
      <p:ext uri="{19B8F6BF-5375-455C-9EA6-DF929625EA0E}">
        <p15:presenceInfo xmlns:p15="http://schemas.microsoft.com/office/powerpoint/2012/main" userId="26e927c4e2c4bd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8"/>
    <a:srgbClr val="3476BE"/>
    <a:srgbClr val="1386BF"/>
    <a:srgbClr val="E6E6E6"/>
    <a:srgbClr val="000000"/>
    <a:srgbClr val="3B3B3B"/>
    <a:srgbClr val="EFEFEF"/>
    <a:srgbClr val="182128"/>
    <a:srgbClr val="FFFFFF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66213" autoAdjust="0"/>
  </p:normalViewPr>
  <p:slideViewPr>
    <p:cSldViewPr snapToGrid="0">
      <p:cViewPr varScale="1">
        <p:scale>
          <a:sx n="49" d="100"/>
          <a:sy n="49" d="100"/>
        </p:scale>
        <p:origin x="1264" y="24"/>
      </p:cViewPr>
      <p:guideLst>
        <p:guide pos="7680"/>
        <p:guide pos="562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_yang(GLTTCL-楊祖豪)" userId="S::neil_yang@glthome.com.tw::19faf44d-8c26-48ed-bc56-a09a301a26fa" providerId="AD" clId="Web-{82B77F29-76B5-EFF9-D21A-2B524ECF00D2}"/>
    <pc:docChg chg="mod modMainMaster">
      <pc:chgData name="Neil_yang(GLTTCL-楊祖豪)" userId="S::neil_yang@glthome.com.tw::19faf44d-8c26-48ed-bc56-a09a301a26fa" providerId="AD" clId="Web-{82B77F29-76B5-EFF9-D21A-2B524ECF00D2}" dt="2025-11-06T07:23:56.222" v="1" actId="33475"/>
      <pc:docMkLst>
        <pc:docMk/>
      </pc:docMkLst>
      <pc:sldMasterChg chg="addSp">
        <pc:chgData name="Neil_yang(GLTTCL-楊祖豪)" userId="S::neil_yang@glthome.com.tw::19faf44d-8c26-48ed-bc56-a09a301a26fa" providerId="AD" clId="Web-{82B77F29-76B5-EFF9-D21A-2B524ECF00D2}" dt="2025-11-06T07:23:56.207" v="0" actId="33475"/>
        <pc:sldMasterMkLst>
          <pc:docMk/>
          <pc:sldMasterMk cId="0" sldId="2147483665"/>
        </pc:sldMasterMkLst>
        <pc:spChg chg="add">
          <ac:chgData name="Neil_yang(GLTTCL-楊祖豪)" userId="S::neil_yang@glthome.com.tw::19faf44d-8c26-48ed-bc56-a09a301a26fa" providerId="AD" clId="Web-{82B77F29-76B5-EFF9-D21A-2B524ECF00D2}" dt="2025-11-06T07:23:56.207" v="0" actId="33475"/>
          <ac:spMkLst>
            <pc:docMk/>
            <pc:sldMasterMk cId="0" sldId="2147483665"/>
            <ac:spMk id="3" creationId="{FDC1DDB4-7403-725B-3CAD-01F5C80FE77C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FD77E2C-B38A-40FF-A39D-5D992B3546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3D5E765-F21A-4DF6-BA3D-1D492C1EE8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E8430-66E2-4EC5-872E-32C8629C2597}" type="datetimeFigureOut">
              <a:rPr lang="zh-TW" altLang="en-US" smtClean="0"/>
              <a:t>2026/2/13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9193A10-4F13-4579-8E57-4508B59AD7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C32810-434B-4366-86A2-1D5478DDC0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1FDA2-6F61-4097-B414-268B25454F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72390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5561476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46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3804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854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DE39-5270-AF8E-5B03-3D043B3D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1E8F4FB-9EE4-A375-A6F9-B38974CB0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1C0B9B-2E2F-CD81-1B7E-43C5D1C40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1959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6FCF-8D8C-687F-7719-2EB0117D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5FFBA5-FD47-F47D-4710-12FF68AA8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312015-CC66-778E-62B7-E186805EC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50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45CC-93D2-79AB-E2B9-0C79C424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D187E9-8160-8B15-2406-9FB02A2A7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F2C68C-53CF-4CD2-75DD-83D3AABCA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079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5536-F55D-DC7C-F415-EEC166CE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DD97C21-45D2-66EB-EC13-B3DDA5501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FB29CC-D7A2-E8F0-1524-EDC4A87CD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217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641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4553801" y="-782847"/>
            <a:ext cx="3084396" cy="12248093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89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522" y="5805400"/>
            <a:ext cx="1904215" cy="695771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4895850" y="4533057"/>
            <a:ext cx="6965094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5850" y="5913919"/>
            <a:ext cx="6965094" cy="587252"/>
          </a:xfrm>
        </p:spPr>
        <p:txBody>
          <a:bodyPr/>
          <a:lstStyle>
            <a:lvl1pPr algn="r">
              <a:buNone/>
              <a:defRPr sz="220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3110929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4525756" y="-687597"/>
            <a:ext cx="3084396" cy="12248093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89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522" y="5805400"/>
            <a:ext cx="1904215" cy="695771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4953000" y="4533057"/>
            <a:ext cx="6907944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0" y="5913919"/>
            <a:ext cx="6907944" cy="587252"/>
          </a:xfrm>
        </p:spPr>
        <p:txBody>
          <a:bodyPr/>
          <a:lstStyle>
            <a:lvl1pPr algn="r">
              <a:buNone/>
              <a:defRPr sz="220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3527326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24">
            <a:extLst>
              <a:ext uri="{FF2B5EF4-FFF2-40B4-BE49-F238E27FC236}">
                <a16:creationId xmlns:a16="http://schemas.microsoft.com/office/drawing/2014/main" id="{0B7B50C2-18C2-47EB-9936-A8021FBF2E9D}"/>
              </a:ext>
            </a:extLst>
          </p:cNvPr>
          <p:cNvSpPr/>
          <p:nvPr userDrawn="1"/>
        </p:nvSpPr>
        <p:spPr>
          <a:xfrm rot="5400000" flipH="1">
            <a:off x="4525756" y="-687597"/>
            <a:ext cx="3084396" cy="12248093"/>
          </a:xfrm>
          <a:custGeom>
            <a:avLst/>
            <a:gdLst>
              <a:gd name="connsiteX0" fmla="*/ 0 w 4127500"/>
              <a:gd name="connsiteY0" fmla="*/ 5143500 h 5143500"/>
              <a:gd name="connsiteX1" fmla="*/ 1031875 w 4127500"/>
              <a:gd name="connsiteY1" fmla="*/ 0 h 5143500"/>
              <a:gd name="connsiteX2" fmla="*/ 4127500 w 4127500"/>
              <a:gd name="connsiteY2" fmla="*/ 0 h 5143500"/>
              <a:gd name="connsiteX3" fmla="*/ 3095625 w 4127500"/>
              <a:gd name="connsiteY3" fmla="*/ 5143500 h 5143500"/>
              <a:gd name="connsiteX4" fmla="*/ 0 w 4127500"/>
              <a:gd name="connsiteY4" fmla="*/ 5143500 h 5143500"/>
              <a:gd name="connsiteX0" fmla="*/ 22225 w 4149725"/>
              <a:gd name="connsiteY0" fmla="*/ 5143500 h 5143500"/>
              <a:gd name="connsiteX1" fmla="*/ 0 w 4149725"/>
              <a:gd name="connsiteY1" fmla="*/ 0 h 5143500"/>
              <a:gd name="connsiteX2" fmla="*/ 4149725 w 4149725"/>
              <a:gd name="connsiteY2" fmla="*/ 0 h 5143500"/>
              <a:gd name="connsiteX3" fmla="*/ 3117850 w 4149725"/>
              <a:gd name="connsiteY3" fmla="*/ 5143500 h 5143500"/>
              <a:gd name="connsiteX4" fmla="*/ 22225 w 41497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1178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2965450 w 5254625"/>
              <a:gd name="connsiteY3" fmla="*/ 5143500 h 5143500"/>
              <a:gd name="connsiteX4" fmla="*/ 22225 w 5254625"/>
              <a:gd name="connsiteY4" fmla="*/ 5143500 h 5143500"/>
              <a:gd name="connsiteX0" fmla="*/ 22225 w 5254625"/>
              <a:gd name="connsiteY0" fmla="*/ 5143500 h 5143500"/>
              <a:gd name="connsiteX1" fmla="*/ 0 w 5254625"/>
              <a:gd name="connsiteY1" fmla="*/ 0 h 5143500"/>
              <a:gd name="connsiteX2" fmla="*/ 5254625 w 5254625"/>
              <a:gd name="connsiteY2" fmla="*/ 12700 h 5143500"/>
              <a:gd name="connsiteX3" fmla="*/ 3028950 w 5254625"/>
              <a:gd name="connsiteY3" fmla="*/ 5143500 h 5143500"/>
              <a:gd name="connsiteX4" fmla="*/ 22225 w 5254625"/>
              <a:gd name="connsiteY4" fmla="*/ 5143500 h 5143500"/>
              <a:gd name="connsiteX0" fmla="*/ 60 w 5232460"/>
              <a:gd name="connsiteY0" fmla="*/ 5130800 h 5130800"/>
              <a:gd name="connsiteX1" fmla="*/ 676335 w 5232460"/>
              <a:gd name="connsiteY1" fmla="*/ 0 h 5130800"/>
              <a:gd name="connsiteX2" fmla="*/ 5232460 w 5232460"/>
              <a:gd name="connsiteY2" fmla="*/ 0 h 5130800"/>
              <a:gd name="connsiteX3" fmla="*/ 3006785 w 5232460"/>
              <a:gd name="connsiteY3" fmla="*/ 5130800 h 5130800"/>
              <a:gd name="connsiteX4" fmla="*/ 60 w 5232460"/>
              <a:gd name="connsiteY4" fmla="*/ 5130800 h 5130800"/>
              <a:gd name="connsiteX0" fmla="*/ 365125 w 4556125"/>
              <a:gd name="connsiteY0" fmla="*/ 5156200 h 5156200"/>
              <a:gd name="connsiteX1" fmla="*/ 0 w 4556125"/>
              <a:gd name="connsiteY1" fmla="*/ 0 h 5156200"/>
              <a:gd name="connsiteX2" fmla="*/ 4556125 w 4556125"/>
              <a:gd name="connsiteY2" fmla="*/ 0 h 5156200"/>
              <a:gd name="connsiteX3" fmla="*/ 2330450 w 4556125"/>
              <a:gd name="connsiteY3" fmla="*/ 5130800 h 5156200"/>
              <a:gd name="connsiteX4" fmla="*/ 365125 w 4556125"/>
              <a:gd name="connsiteY4" fmla="*/ 5156200 h 5156200"/>
              <a:gd name="connsiteX0" fmla="*/ 1828 w 4561128"/>
              <a:gd name="connsiteY0" fmla="*/ 5168900 h 5168900"/>
              <a:gd name="connsiteX1" fmla="*/ 5003 w 4561128"/>
              <a:gd name="connsiteY1" fmla="*/ 0 h 5168900"/>
              <a:gd name="connsiteX2" fmla="*/ 4561128 w 4561128"/>
              <a:gd name="connsiteY2" fmla="*/ 0 h 5168900"/>
              <a:gd name="connsiteX3" fmla="*/ 2335453 w 4561128"/>
              <a:gd name="connsiteY3" fmla="*/ 5130800 h 5168900"/>
              <a:gd name="connsiteX4" fmla="*/ 1828 w 4561128"/>
              <a:gd name="connsiteY4" fmla="*/ 5168900 h 5168900"/>
              <a:gd name="connsiteX0" fmla="*/ 60325 w 4619625"/>
              <a:gd name="connsiteY0" fmla="*/ 5181600 h 5181600"/>
              <a:gd name="connsiteX1" fmla="*/ 0 w 4619625"/>
              <a:gd name="connsiteY1" fmla="*/ 0 h 5181600"/>
              <a:gd name="connsiteX2" fmla="*/ 4619625 w 4619625"/>
              <a:gd name="connsiteY2" fmla="*/ 12700 h 5181600"/>
              <a:gd name="connsiteX3" fmla="*/ 2393950 w 4619625"/>
              <a:gd name="connsiteY3" fmla="*/ 5143500 h 5181600"/>
              <a:gd name="connsiteX4" fmla="*/ 60325 w 4619625"/>
              <a:gd name="connsiteY4" fmla="*/ 5181600 h 5181600"/>
              <a:gd name="connsiteX0" fmla="*/ 60325 w 4626713"/>
              <a:gd name="connsiteY0" fmla="*/ 5183077 h 5183077"/>
              <a:gd name="connsiteX1" fmla="*/ 0 w 4626713"/>
              <a:gd name="connsiteY1" fmla="*/ 1477 h 5183077"/>
              <a:gd name="connsiteX2" fmla="*/ 4626713 w 4626713"/>
              <a:gd name="connsiteY2" fmla="*/ 0 h 5183077"/>
              <a:gd name="connsiteX3" fmla="*/ 2393950 w 4626713"/>
              <a:gd name="connsiteY3" fmla="*/ 5144977 h 5183077"/>
              <a:gd name="connsiteX4" fmla="*/ 60325 w 4626713"/>
              <a:gd name="connsiteY4" fmla="*/ 5183077 h 5183077"/>
              <a:gd name="connsiteX0" fmla="*/ 325 w 4566713"/>
              <a:gd name="connsiteY0" fmla="*/ 5196840 h 5196840"/>
              <a:gd name="connsiteX1" fmla="*/ 107640 w 4566713"/>
              <a:gd name="connsiteY1" fmla="*/ 0 h 5196840"/>
              <a:gd name="connsiteX2" fmla="*/ 4566713 w 4566713"/>
              <a:gd name="connsiteY2" fmla="*/ 13763 h 5196840"/>
              <a:gd name="connsiteX3" fmla="*/ 2333950 w 4566713"/>
              <a:gd name="connsiteY3" fmla="*/ 5158740 h 5196840"/>
              <a:gd name="connsiteX4" fmla="*/ 325 w 4566713"/>
              <a:gd name="connsiteY4" fmla="*/ 5196840 h 5196840"/>
              <a:gd name="connsiteX0" fmla="*/ 16700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16700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226310 w 4459073"/>
              <a:gd name="connsiteY3" fmla="*/ 5158740 h 5181600"/>
              <a:gd name="connsiteX4" fmla="*/ 22225 w 4459073"/>
              <a:gd name="connsiteY4" fmla="*/ 5181600 h 5181600"/>
              <a:gd name="connsiteX0" fmla="*/ 22225 w 4459073"/>
              <a:gd name="connsiteY0" fmla="*/ 5181600 h 5181600"/>
              <a:gd name="connsiteX1" fmla="*/ 0 w 4459073"/>
              <a:gd name="connsiteY1" fmla="*/ 0 h 5181600"/>
              <a:gd name="connsiteX2" fmla="*/ 4459073 w 4459073"/>
              <a:gd name="connsiteY2" fmla="*/ 13763 h 5181600"/>
              <a:gd name="connsiteX3" fmla="*/ 2010894 w 4459073"/>
              <a:gd name="connsiteY3" fmla="*/ 5105539 h 5181600"/>
              <a:gd name="connsiteX4" fmla="*/ 22225 w 4459073"/>
              <a:gd name="connsiteY4" fmla="*/ 5181600 h 5181600"/>
              <a:gd name="connsiteX0" fmla="*/ 49 w 5277014"/>
              <a:gd name="connsiteY0" fmla="*/ 4819839 h 5105681"/>
              <a:gd name="connsiteX1" fmla="*/ 817941 w 5277014"/>
              <a:gd name="connsiteY1" fmla="*/ 0 h 5105681"/>
              <a:gd name="connsiteX2" fmla="*/ 5277014 w 5277014"/>
              <a:gd name="connsiteY2" fmla="*/ 13763 h 5105681"/>
              <a:gd name="connsiteX3" fmla="*/ 2828835 w 5277014"/>
              <a:gd name="connsiteY3" fmla="*/ 5105539 h 5105681"/>
              <a:gd name="connsiteX4" fmla="*/ 49 w 5277014"/>
              <a:gd name="connsiteY4" fmla="*/ 4819839 h 510568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4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12441 h 5112441"/>
              <a:gd name="connsiteX1" fmla="*/ 0 w 4459073"/>
              <a:gd name="connsiteY1" fmla="*/ 0 h 5112441"/>
              <a:gd name="connsiteX2" fmla="*/ 4459073 w 4459073"/>
              <a:gd name="connsiteY2" fmla="*/ 13763 h 5112441"/>
              <a:gd name="connsiteX3" fmla="*/ 2010895 w 4459073"/>
              <a:gd name="connsiteY3" fmla="*/ 5105539 h 5112441"/>
              <a:gd name="connsiteX4" fmla="*/ 43765 w 4459073"/>
              <a:gd name="connsiteY4" fmla="*/ 5112441 h 5112441"/>
              <a:gd name="connsiteX0" fmla="*/ 43765 w 4459073"/>
              <a:gd name="connsiteY0" fmla="*/ 5125278 h 5125278"/>
              <a:gd name="connsiteX1" fmla="*/ 0 w 4459073"/>
              <a:gd name="connsiteY1" fmla="*/ 12837 h 5125278"/>
              <a:gd name="connsiteX2" fmla="*/ 4459073 w 4459073"/>
              <a:gd name="connsiteY2" fmla="*/ 0 h 5125278"/>
              <a:gd name="connsiteX3" fmla="*/ 2010895 w 4459073"/>
              <a:gd name="connsiteY3" fmla="*/ 5118376 h 5125278"/>
              <a:gd name="connsiteX4" fmla="*/ 43765 w 4459073"/>
              <a:gd name="connsiteY4" fmla="*/ 5125278 h 5125278"/>
              <a:gd name="connsiteX0" fmla="*/ 43765 w 4459073"/>
              <a:gd name="connsiteY0" fmla="*/ 5125278 h 5134347"/>
              <a:gd name="connsiteX1" fmla="*/ 0 w 4459073"/>
              <a:gd name="connsiteY1" fmla="*/ 12837 h 5134347"/>
              <a:gd name="connsiteX2" fmla="*/ 4459073 w 4459073"/>
              <a:gd name="connsiteY2" fmla="*/ 0 h 5134347"/>
              <a:gd name="connsiteX3" fmla="*/ 1995435 w 4459073"/>
              <a:gd name="connsiteY3" fmla="*/ 5134347 h 5134347"/>
              <a:gd name="connsiteX4" fmla="*/ 43765 w 4459073"/>
              <a:gd name="connsiteY4" fmla="*/ 5125278 h 5134347"/>
              <a:gd name="connsiteX0" fmla="*/ 1874 w 4463564"/>
              <a:gd name="connsiteY0" fmla="*/ 5135926 h 5135926"/>
              <a:gd name="connsiteX1" fmla="*/ 4491 w 4463564"/>
              <a:gd name="connsiteY1" fmla="*/ 12837 h 5135926"/>
              <a:gd name="connsiteX2" fmla="*/ 4463564 w 4463564"/>
              <a:gd name="connsiteY2" fmla="*/ 0 h 5135926"/>
              <a:gd name="connsiteX3" fmla="*/ 1999926 w 4463564"/>
              <a:gd name="connsiteY3" fmla="*/ 5134347 h 5135926"/>
              <a:gd name="connsiteX4" fmla="*/ 1874 w 4463564"/>
              <a:gd name="connsiteY4" fmla="*/ 5135926 h 5135926"/>
              <a:gd name="connsiteX0" fmla="*/ 23977 w 4485667"/>
              <a:gd name="connsiteY0" fmla="*/ 5135926 h 5135926"/>
              <a:gd name="connsiteX1" fmla="*/ 0 w 4485667"/>
              <a:gd name="connsiteY1" fmla="*/ 5536 h 5135926"/>
              <a:gd name="connsiteX2" fmla="*/ 4485667 w 4485667"/>
              <a:gd name="connsiteY2" fmla="*/ 0 h 5135926"/>
              <a:gd name="connsiteX3" fmla="*/ 2022029 w 4485667"/>
              <a:gd name="connsiteY3" fmla="*/ 5134347 h 5135926"/>
              <a:gd name="connsiteX4" fmla="*/ 23977 w 4485667"/>
              <a:gd name="connsiteY4" fmla="*/ 5135926 h 5135926"/>
              <a:gd name="connsiteX0" fmla="*/ 6248 w 4485667"/>
              <a:gd name="connsiteY0" fmla="*/ 5139578 h 5139578"/>
              <a:gd name="connsiteX1" fmla="*/ 0 w 4485667"/>
              <a:gd name="connsiteY1" fmla="*/ 5536 h 5139578"/>
              <a:gd name="connsiteX2" fmla="*/ 4485667 w 4485667"/>
              <a:gd name="connsiteY2" fmla="*/ 0 h 5139578"/>
              <a:gd name="connsiteX3" fmla="*/ 2022029 w 4485667"/>
              <a:gd name="connsiteY3" fmla="*/ 5134347 h 5139578"/>
              <a:gd name="connsiteX4" fmla="*/ 6248 w 4485667"/>
              <a:gd name="connsiteY4" fmla="*/ 5139578 h 5139578"/>
              <a:gd name="connsiteX0" fmla="*/ 988699 w 4485667"/>
              <a:gd name="connsiteY0" fmla="*/ 4953256 h 5134359"/>
              <a:gd name="connsiteX1" fmla="*/ 0 w 4485667"/>
              <a:gd name="connsiteY1" fmla="*/ 5536 h 5134359"/>
              <a:gd name="connsiteX2" fmla="*/ 4485667 w 4485667"/>
              <a:gd name="connsiteY2" fmla="*/ 0 h 5134359"/>
              <a:gd name="connsiteX3" fmla="*/ 2022029 w 4485667"/>
              <a:gd name="connsiteY3" fmla="*/ 5134347 h 5134359"/>
              <a:gd name="connsiteX4" fmla="*/ 988699 w 4485667"/>
              <a:gd name="connsiteY4" fmla="*/ 4953256 h 5134359"/>
              <a:gd name="connsiteX0" fmla="*/ 833575 w 4485667"/>
              <a:gd name="connsiteY0" fmla="*/ 5139577 h 5139577"/>
              <a:gd name="connsiteX1" fmla="*/ 0 w 4485667"/>
              <a:gd name="connsiteY1" fmla="*/ 5536 h 5139577"/>
              <a:gd name="connsiteX2" fmla="*/ 4485667 w 4485667"/>
              <a:gd name="connsiteY2" fmla="*/ 0 h 5139577"/>
              <a:gd name="connsiteX3" fmla="*/ 2022029 w 4485667"/>
              <a:gd name="connsiteY3" fmla="*/ 5134347 h 5139577"/>
              <a:gd name="connsiteX4" fmla="*/ 833575 w 4485667"/>
              <a:gd name="connsiteY4" fmla="*/ 5139577 h 5139577"/>
              <a:gd name="connsiteX0" fmla="*/ 36 w 3652128"/>
              <a:gd name="connsiteY0" fmla="*/ 5139577 h 5139577"/>
              <a:gd name="connsiteX1" fmla="*/ 1105510 w 3652128"/>
              <a:gd name="connsiteY1" fmla="*/ 127976 h 5139577"/>
              <a:gd name="connsiteX2" fmla="*/ 3652128 w 3652128"/>
              <a:gd name="connsiteY2" fmla="*/ 0 h 5139577"/>
              <a:gd name="connsiteX3" fmla="*/ 1188490 w 3652128"/>
              <a:gd name="connsiteY3" fmla="*/ 5134347 h 5139577"/>
              <a:gd name="connsiteX4" fmla="*/ 36 w 3652128"/>
              <a:gd name="connsiteY4" fmla="*/ 5139577 h 5139577"/>
              <a:gd name="connsiteX0" fmla="*/ 1051 w 3653143"/>
              <a:gd name="connsiteY0" fmla="*/ 5139577 h 5139577"/>
              <a:gd name="connsiteX1" fmla="*/ 20658 w 3653143"/>
              <a:gd name="connsiteY1" fmla="*/ 213 h 5139577"/>
              <a:gd name="connsiteX2" fmla="*/ 3653143 w 3653143"/>
              <a:gd name="connsiteY2" fmla="*/ 0 h 5139577"/>
              <a:gd name="connsiteX3" fmla="*/ 1189505 w 3653143"/>
              <a:gd name="connsiteY3" fmla="*/ 5134347 h 5139577"/>
              <a:gd name="connsiteX4" fmla="*/ 1051 w 3653143"/>
              <a:gd name="connsiteY4" fmla="*/ 5139577 h 5139577"/>
              <a:gd name="connsiteX0" fmla="*/ 1051 w 3420457"/>
              <a:gd name="connsiteY0" fmla="*/ 5139364 h 5139364"/>
              <a:gd name="connsiteX1" fmla="*/ 20658 w 3420457"/>
              <a:gd name="connsiteY1" fmla="*/ 0 h 5139364"/>
              <a:gd name="connsiteX2" fmla="*/ 3420457 w 3420457"/>
              <a:gd name="connsiteY2" fmla="*/ 5109 h 5139364"/>
              <a:gd name="connsiteX3" fmla="*/ 1189505 w 3420457"/>
              <a:gd name="connsiteY3" fmla="*/ 5134134 h 5139364"/>
              <a:gd name="connsiteX4" fmla="*/ 1051 w 3420457"/>
              <a:gd name="connsiteY4" fmla="*/ 5139364 h 5139364"/>
              <a:gd name="connsiteX0" fmla="*/ 42 w 4350191"/>
              <a:gd name="connsiteY0" fmla="*/ 5134042 h 5134134"/>
              <a:gd name="connsiteX1" fmla="*/ 950392 w 4350191"/>
              <a:gd name="connsiteY1" fmla="*/ 0 h 5134134"/>
              <a:gd name="connsiteX2" fmla="*/ 4350191 w 4350191"/>
              <a:gd name="connsiteY2" fmla="*/ 5109 h 5134134"/>
              <a:gd name="connsiteX3" fmla="*/ 2119239 w 4350191"/>
              <a:gd name="connsiteY3" fmla="*/ 5134134 h 5134134"/>
              <a:gd name="connsiteX4" fmla="*/ 42 w 4350191"/>
              <a:gd name="connsiteY4" fmla="*/ 5134042 h 5134134"/>
              <a:gd name="connsiteX0" fmla="*/ 32101 w 4382250"/>
              <a:gd name="connsiteY0" fmla="*/ 5134042 h 5134134"/>
              <a:gd name="connsiteX1" fmla="*/ 0 w 4382250"/>
              <a:gd name="connsiteY1" fmla="*/ 0 h 5134134"/>
              <a:gd name="connsiteX2" fmla="*/ 4382250 w 4382250"/>
              <a:gd name="connsiteY2" fmla="*/ 5109 h 5134134"/>
              <a:gd name="connsiteX3" fmla="*/ 2151298 w 4382250"/>
              <a:gd name="connsiteY3" fmla="*/ 5134134 h 5134134"/>
              <a:gd name="connsiteX4" fmla="*/ 32101 w 4382250"/>
              <a:gd name="connsiteY4" fmla="*/ 5134042 h 5134134"/>
              <a:gd name="connsiteX0" fmla="*/ 32101 w 4382250"/>
              <a:gd name="connsiteY0" fmla="*/ 5134042 h 5163519"/>
              <a:gd name="connsiteX1" fmla="*/ 0 w 4382250"/>
              <a:gd name="connsiteY1" fmla="*/ 0 h 5163519"/>
              <a:gd name="connsiteX2" fmla="*/ 4382250 w 4382250"/>
              <a:gd name="connsiteY2" fmla="*/ 5109 h 5163519"/>
              <a:gd name="connsiteX3" fmla="*/ 2151298 w 4382250"/>
              <a:gd name="connsiteY3" fmla="*/ 5134134 h 5163519"/>
              <a:gd name="connsiteX4" fmla="*/ 1840143 w 4382250"/>
              <a:gd name="connsiteY4" fmla="*/ 5163506 h 5163519"/>
              <a:gd name="connsiteX5" fmla="*/ 32101 w 4382250"/>
              <a:gd name="connsiteY5" fmla="*/ 5134042 h 5163519"/>
              <a:gd name="connsiteX0" fmla="*/ 32101 w 4382250"/>
              <a:gd name="connsiteY0" fmla="*/ 5134042 h 5195124"/>
              <a:gd name="connsiteX1" fmla="*/ 0 w 4382250"/>
              <a:gd name="connsiteY1" fmla="*/ 0 h 5195124"/>
              <a:gd name="connsiteX2" fmla="*/ 4382250 w 4382250"/>
              <a:gd name="connsiteY2" fmla="*/ 5109 h 5195124"/>
              <a:gd name="connsiteX3" fmla="*/ 2151298 w 4382250"/>
              <a:gd name="connsiteY3" fmla="*/ 5134134 h 5195124"/>
              <a:gd name="connsiteX4" fmla="*/ 1840144 w 4382250"/>
              <a:gd name="connsiteY4" fmla="*/ 5195118 h 5195124"/>
              <a:gd name="connsiteX5" fmla="*/ 32101 w 4382250"/>
              <a:gd name="connsiteY5" fmla="*/ 5134042 h 5195124"/>
              <a:gd name="connsiteX0" fmla="*/ 32101 w 4382250"/>
              <a:gd name="connsiteY0" fmla="*/ 5134042 h 5143786"/>
              <a:gd name="connsiteX1" fmla="*/ 0 w 4382250"/>
              <a:gd name="connsiteY1" fmla="*/ 0 h 5143786"/>
              <a:gd name="connsiteX2" fmla="*/ 4382250 w 4382250"/>
              <a:gd name="connsiteY2" fmla="*/ 5109 h 5143786"/>
              <a:gd name="connsiteX3" fmla="*/ 2151298 w 4382250"/>
              <a:gd name="connsiteY3" fmla="*/ 5134134 h 5143786"/>
              <a:gd name="connsiteX4" fmla="*/ 1556026 w 4382250"/>
              <a:gd name="connsiteY4" fmla="*/ 5143750 h 5143786"/>
              <a:gd name="connsiteX5" fmla="*/ 32101 w 4382250"/>
              <a:gd name="connsiteY5" fmla="*/ 5134042 h 5143786"/>
              <a:gd name="connsiteX0" fmla="*/ 32101 w 4382250"/>
              <a:gd name="connsiteY0" fmla="*/ 5134042 h 5517789"/>
              <a:gd name="connsiteX1" fmla="*/ 0 w 4382250"/>
              <a:gd name="connsiteY1" fmla="*/ 0 h 5517789"/>
              <a:gd name="connsiteX2" fmla="*/ 4382250 w 4382250"/>
              <a:gd name="connsiteY2" fmla="*/ 5109 h 5517789"/>
              <a:gd name="connsiteX3" fmla="*/ 2151298 w 4382250"/>
              <a:gd name="connsiteY3" fmla="*/ 5134134 h 5517789"/>
              <a:gd name="connsiteX4" fmla="*/ 1556026 w 4382250"/>
              <a:gd name="connsiteY4" fmla="*/ 5143750 h 5517789"/>
              <a:gd name="connsiteX5" fmla="*/ 32101 w 4382250"/>
              <a:gd name="connsiteY5" fmla="*/ 5134042 h 5517789"/>
              <a:gd name="connsiteX0" fmla="*/ 32101 w 4382250"/>
              <a:gd name="connsiteY0" fmla="*/ 5134042 h 5143750"/>
              <a:gd name="connsiteX1" fmla="*/ 0 w 4382250"/>
              <a:gd name="connsiteY1" fmla="*/ 0 h 5143750"/>
              <a:gd name="connsiteX2" fmla="*/ 4382250 w 4382250"/>
              <a:gd name="connsiteY2" fmla="*/ 5109 h 5143750"/>
              <a:gd name="connsiteX3" fmla="*/ 1556026 w 4382250"/>
              <a:gd name="connsiteY3" fmla="*/ 5143750 h 5143750"/>
              <a:gd name="connsiteX4" fmla="*/ 32101 w 4382250"/>
              <a:gd name="connsiteY4" fmla="*/ 5134042 h 5143750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271202 w 4382250"/>
              <a:gd name="connsiteY3" fmla="*/ 5122457 h 5134042"/>
              <a:gd name="connsiteX4" fmla="*/ 32101 w 4382250"/>
              <a:gd name="connsiteY4" fmla="*/ 5134042 h 5134042"/>
              <a:gd name="connsiteX0" fmla="*/ 32101 w 4382250"/>
              <a:gd name="connsiteY0" fmla="*/ 5134042 h 5134042"/>
              <a:gd name="connsiteX1" fmla="*/ 0 w 4382250"/>
              <a:gd name="connsiteY1" fmla="*/ 0 h 5134042"/>
              <a:gd name="connsiteX2" fmla="*/ 4382250 w 4382250"/>
              <a:gd name="connsiteY2" fmla="*/ 5109 h 5134042"/>
              <a:gd name="connsiteX3" fmla="*/ 2855430 w 4382250"/>
              <a:gd name="connsiteY3" fmla="*/ 5122458 h 5134042"/>
              <a:gd name="connsiteX4" fmla="*/ 32101 w 4382250"/>
              <a:gd name="connsiteY4" fmla="*/ 5134042 h 5134042"/>
              <a:gd name="connsiteX0" fmla="*/ 32101 w 4906473"/>
              <a:gd name="connsiteY0" fmla="*/ 5134042 h 5504537"/>
              <a:gd name="connsiteX1" fmla="*/ 0 w 4906473"/>
              <a:gd name="connsiteY1" fmla="*/ 0 h 5504537"/>
              <a:gd name="connsiteX2" fmla="*/ 4906472 w 4906473"/>
              <a:gd name="connsiteY2" fmla="*/ 5109 h 5504537"/>
              <a:gd name="connsiteX3" fmla="*/ 2855430 w 4906473"/>
              <a:gd name="connsiteY3" fmla="*/ 5122458 h 5504537"/>
              <a:gd name="connsiteX4" fmla="*/ 32101 w 4906473"/>
              <a:gd name="connsiteY4" fmla="*/ 5134042 h 5504537"/>
              <a:gd name="connsiteX0" fmla="*/ 32101 w 4906471"/>
              <a:gd name="connsiteY0" fmla="*/ 5134042 h 5504537"/>
              <a:gd name="connsiteX1" fmla="*/ 0 w 4906471"/>
              <a:gd name="connsiteY1" fmla="*/ 0 h 5504537"/>
              <a:gd name="connsiteX2" fmla="*/ 4906472 w 4906471"/>
              <a:gd name="connsiteY2" fmla="*/ 5109 h 5504537"/>
              <a:gd name="connsiteX3" fmla="*/ 2855430 w 4906471"/>
              <a:gd name="connsiteY3" fmla="*/ 5122458 h 5504537"/>
              <a:gd name="connsiteX4" fmla="*/ 32101 w 4906471"/>
              <a:gd name="connsiteY4" fmla="*/ 5134042 h 5504537"/>
              <a:gd name="connsiteX0" fmla="*/ 32101 w 4906473"/>
              <a:gd name="connsiteY0" fmla="*/ 5134042 h 5134042"/>
              <a:gd name="connsiteX1" fmla="*/ 0 w 4906473"/>
              <a:gd name="connsiteY1" fmla="*/ 0 h 5134042"/>
              <a:gd name="connsiteX2" fmla="*/ 4906472 w 4906473"/>
              <a:gd name="connsiteY2" fmla="*/ 5109 h 5134042"/>
              <a:gd name="connsiteX3" fmla="*/ 2855430 w 4906473"/>
              <a:gd name="connsiteY3" fmla="*/ 5122458 h 5134042"/>
              <a:gd name="connsiteX4" fmla="*/ 32101 w 4906473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855430 w 4906471"/>
              <a:gd name="connsiteY3" fmla="*/ 5122458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2278564 w 4906471"/>
              <a:gd name="connsiteY3" fmla="*/ 5122459 h 5134042"/>
              <a:gd name="connsiteX4" fmla="*/ 32101 w 4906471"/>
              <a:gd name="connsiteY4" fmla="*/ 5134042 h 5134042"/>
              <a:gd name="connsiteX0" fmla="*/ 32101 w 4906471"/>
              <a:gd name="connsiteY0" fmla="*/ 5134042 h 5134042"/>
              <a:gd name="connsiteX1" fmla="*/ 0 w 4906471"/>
              <a:gd name="connsiteY1" fmla="*/ 0 h 5134042"/>
              <a:gd name="connsiteX2" fmla="*/ 4906472 w 4906471"/>
              <a:gd name="connsiteY2" fmla="*/ 5109 h 5134042"/>
              <a:gd name="connsiteX3" fmla="*/ 1855087 w 4906471"/>
              <a:gd name="connsiteY3" fmla="*/ 5127783 h 5134042"/>
              <a:gd name="connsiteX4" fmla="*/ 32101 w 4906471"/>
              <a:gd name="connsiteY4" fmla="*/ 5134042 h 513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6471" h="5134042">
                <a:moveTo>
                  <a:pt x="32101" y="5134042"/>
                </a:moveTo>
                <a:cubicBezTo>
                  <a:pt x="24693" y="3419542"/>
                  <a:pt x="7408" y="1714500"/>
                  <a:pt x="0" y="0"/>
                </a:cubicBezTo>
                <a:lnTo>
                  <a:pt x="4906472" y="5109"/>
                </a:lnTo>
                <a:lnTo>
                  <a:pt x="1855087" y="5127783"/>
                </a:lnTo>
                <a:lnTo>
                  <a:pt x="32101" y="5134042"/>
                </a:lnTo>
                <a:close/>
              </a:path>
            </a:pathLst>
          </a:custGeom>
          <a:solidFill>
            <a:srgbClr val="347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89" dirty="0"/>
          </a:p>
        </p:txBody>
      </p:sp>
      <p:pic>
        <p:nvPicPr>
          <p:cNvPr id="13" name="圖片 12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533B6A42-8CF4-46FD-BCED-B58411B1D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522" y="5805400"/>
            <a:ext cx="1904215" cy="695771"/>
          </a:xfrm>
          <a:prstGeom prst="rect">
            <a:avLst/>
          </a:prstGeom>
        </p:spPr>
      </p:pic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4953000" y="4533057"/>
            <a:ext cx="6907944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0" y="5913919"/>
            <a:ext cx="6907944" cy="587252"/>
          </a:xfrm>
        </p:spPr>
        <p:txBody>
          <a:bodyPr/>
          <a:lstStyle>
            <a:lvl1pPr algn="r">
              <a:buNone/>
              <a:defRPr sz="220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</p:spTree>
    <p:extLst>
      <p:ext uri="{BB962C8B-B14F-4D97-AF65-F5344CB8AC3E}">
        <p14:creationId xmlns:p14="http://schemas.microsoft.com/office/powerpoint/2010/main" val="2739214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8545484" y="6481638"/>
            <a:ext cx="3646516" cy="384671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89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1545787" y="6396260"/>
            <a:ext cx="833744" cy="515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2800" smtClean="0"/>
              <a:pPr algn="l"/>
              <a:t>‹#›</a:t>
            </a:fld>
            <a:endParaRPr lang="en-US" sz="28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1176208" y="6531951"/>
            <a:ext cx="519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B3B3B"/>
                </a:solidFill>
              </a:rPr>
              <a:t>page</a:t>
            </a:r>
            <a:endParaRPr lang="zh-TW" altLang="en-US" sz="120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9525" y="6396261"/>
            <a:ext cx="9559032" cy="478007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91442" y="6571180"/>
            <a:ext cx="330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20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1498" y="6494740"/>
            <a:ext cx="1682101" cy="384671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606491" y="2162281"/>
            <a:ext cx="6578080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491" y="3543143"/>
            <a:ext cx="6578080" cy="587252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021" y="29885"/>
            <a:ext cx="1199658" cy="43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86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8545484" y="6481638"/>
            <a:ext cx="3646516" cy="384671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89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1545787" y="6396260"/>
            <a:ext cx="833744" cy="515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2800" smtClean="0"/>
              <a:pPr algn="l"/>
              <a:t>‹#›</a:t>
            </a:fld>
            <a:endParaRPr lang="en-US" sz="28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1176208" y="6531951"/>
            <a:ext cx="519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B3B3B"/>
                </a:solidFill>
              </a:rPr>
              <a:t>page</a:t>
            </a:r>
            <a:endParaRPr lang="zh-TW" altLang="en-US" sz="120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9525" y="6396261"/>
            <a:ext cx="9559032" cy="478007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91442" y="6571180"/>
            <a:ext cx="330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20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1498" y="6494740"/>
            <a:ext cx="1682101" cy="384671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606491" y="2162281"/>
            <a:ext cx="6578080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491" y="3543143"/>
            <a:ext cx="6578080" cy="587252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21" y="29885"/>
            <a:ext cx="1199658" cy="438337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965702" y="1"/>
            <a:ext cx="7230533" cy="6557433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8667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8545484" y="6481638"/>
            <a:ext cx="3646516" cy="384671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89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1545787" y="6396260"/>
            <a:ext cx="833744" cy="515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2800" smtClean="0"/>
              <a:pPr algn="l"/>
              <a:t>‹#›</a:t>
            </a:fld>
            <a:endParaRPr lang="en-US" sz="28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1176208" y="6531951"/>
            <a:ext cx="519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B3B3B"/>
                </a:solidFill>
              </a:rPr>
              <a:t>page</a:t>
            </a:r>
            <a:endParaRPr lang="zh-TW" altLang="en-US" sz="120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9525" y="6396261"/>
            <a:ext cx="9559032" cy="478007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91442" y="6571180"/>
            <a:ext cx="330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20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1498" y="6494740"/>
            <a:ext cx="1682101" cy="384671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606491" y="2162281"/>
            <a:ext cx="6578080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491" y="3543143"/>
            <a:ext cx="6578080" cy="587252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21" y="29885"/>
            <a:ext cx="1199658" cy="438337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965702" y="1"/>
            <a:ext cx="7230533" cy="6557433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blipFill>
            <a:blip r:embed="rId3"/>
            <a:srcRect/>
            <a:stretch>
              <a:fillRect l="-58693" t="-441" r="-2535" b="441"/>
            </a:stretch>
          </a:blipFill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5512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8545484" y="6481638"/>
            <a:ext cx="3646516" cy="384671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89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1545787" y="6396260"/>
            <a:ext cx="833744" cy="515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2800" smtClean="0"/>
              <a:pPr algn="l"/>
              <a:t>‹#›</a:t>
            </a:fld>
            <a:endParaRPr lang="en-US" sz="28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1176208" y="6531951"/>
            <a:ext cx="519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B3B3B"/>
                </a:solidFill>
              </a:rPr>
              <a:t>page</a:t>
            </a:r>
            <a:endParaRPr lang="zh-TW" altLang="en-US" sz="120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9525" y="6396261"/>
            <a:ext cx="9559032" cy="478007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91442" y="6571180"/>
            <a:ext cx="330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20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1498" y="6494740"/>
            <a:ext cx="1682101" cy="384671"/>
          </a:xfrm>
        </p:spPr>
        <p:txBody>
          <a:bodyPr/>
          <a:lstStyle>
            <a:lvl1pPr algn="r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BA15B4E0-404C-4E54-B021-0DFD39C4FF1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606491" y="2162281"/>
            <a:ext cx="6578080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15" name="文字版面配置區 36">
            <a:extLst>
              <a:ext uri="{FF2B5EF4-FFF2-40B4-BE49-F238E27FC236}">
                <a16:creationId xmlns:a16="http://schemas.microsoft.com/office/drawing/2014/main" id="{069A183E-8A9D-410D-87E4-B39E1FE569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491" y="3543143"/>
            <a:ext cx="6578080" cy="587252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16" name="圖片 15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0029F1FE-99D1-416F-B95F-96370D2404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021" y="29885"/>
            <a:ext cx="1199658" cy="438337"/>
          </a:xfrm>
          <a:prstGeom prst="rect">
            <a:avLst/>
          </a:prstGeom>
        </p:spPr>
      </p:pic>
      <p:sp>
        <p:nvSpPr>
          <p:cNvPr id="13" name="圖片版面配置區 4">
            <a:extLst>
              <a:ext uri="{FF2B5EF4-FFF2-40B4-BE49-F238E27FC236}">
                <a16:creationId xmlns:a16="http://schemas.microsoft.com/office/drawing/2014/main" id="{462B1DA2-E610-4523-A335-712081ADF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965702" y="1"/>
            <a:ext cx="7230533" cy="6557433"/>
          </a:xfrm>
          <a:custGeom>
            <a:avLst/>
            <a:gdLst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4483100"/>
              <a:gd name="connsiteY0" fmla="*/ 4918075 h 4918075"/>
              <a:gd name="connsiteX1" fmla="*/ 1120775 w 4483100"/>
              <a:gd name="connsiteY1" fmla="*/ 0 h 4918075"/>
              <a:gd name="connsiteX2" fmla="*/ 4483100 w 4483100"/>
              <a:gd name="connsiteY2" fmla="*/ 0 h 4918075"/>
              <a:gd name="connsiteX3" fmla="*/ 3362325 w 4483100"/>
              <a:gd name="connsiteY3" fmla="*/ 4918075 h 4918075"/>
              <a:gd name="connsiteX4" fmla="*/ 0 w 4483100"/>
              <a:gd name="connsiteY4" fmla="*/ 4918075 h 4918075"/>
              <a:gd name="connsiteX0" fmla="*/ 0 w 5457825"/>
              <a:gd name="connsiteY0" fmla="*/ 4918075 h 4918075"/>
              <a:gd name="connsiteX1" fmla="*/ 1120775 w 5457825"/>
              <a:gd name="connsiteY1" fmla="*/ 0 h 4918075"/>
              <a:gd name="connsiteX2" fmla="*/ 4483100 w 5457825"/>
              <a:gd name="connsiteY2" fmla="*/ 0 h 4918075"/>
              <a:gd name="connsiteX3" fmla="*/ 5457825 w 5457825"/>
              <a:gd name="connsiteY3" fmla="*/ 4918075 h 4918075"/>
              <a:gd name="connsiteX4" fmla="*/ 0 w 5457825"/>
              <a:gd name="connsiteY4" fmla="*/ 4918075 h 4918075"/>
              <a:gd name="connsiteX0" fmla="*/ 898525 w 4337050"/>
              <a:gd name="connsiteY0" fmla="*/ 4918075 h 4918075"/>
              <a:gd name="connsiteX1" fmla="*/ 0 w 4337050"/>
              <a:gd name="connsiteY1" fmla="*/ 0 h 4918075"/>
              <a:gd name="connsiteX2" fmla="*/ 3362325 w 4337050"/>
              <a:gd name="connsiteY2" fmla="*/ 0 h 4918075"/>
              <a:gd name="connsiteX3" fmla="*/ 4337050 w 4337050"/>
              <a:gd name="connsiteY3" fmla="*/ 4918075 h 4918075"/>
              <a:gd name="connsiteX4" fmla="*/ 898525 w 4337050"/>
              <a:gd name="connsiteY4" fmla="*/ 4918075 h 4918075"/>
              <a:gd name="connsiteX0" fmla="*/ 89852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89852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2851150 h 4918075"/>
              <a:gd name="connsiteX4" fmla="*/ 4575175 w 4575175"/>
              <a:gd name="connsiteY4" fmla="*/ 4918075 h 4918075"/>
              <a:gd name="connsiteX0" fmla="*/ 4575175 w 4575175"/>
              <a:gd name="connsiteY0" fmla="*/ 4918075 h 4918075"/>
              <a:gd name="connsiteX1" fmla="*/ 0 w 4575175"/>
              <a:gd name="connsiteY1" fmla="*/ 0 h 4918075"/>
              <a:gd name="connsiteX2" fmla="*/ 3362325 w 4575175"/>
              <a:gd name="connsiteY2" fmla="*/ 0 h 4918075"/>
              <a:gd name="connsiteX3" fmla="*/ 4575175 w 4575175"/>
              <a:gd name="connsiteY3" fmla="*/ 1327150 h 4918075"/>
              <a:gd name="connsiteX4" fmla="*/ 4575175 w 4575175"/>
              <a:gd name="connsiteY4" fmla="*/ 4918075 h 491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5175" h="4918075">
                <a:moveTo>
                  <a:pt x="4575175" y="4918075"/>
                </a:moveTo>
                <a:lnTo>
                  <a:pt x="0" y="0"/>
                </a:lnTo>
                <a:lnTo>
                  <a:pt x="3362325" y="0"/>
                </a:lnTo>
                <a:lnTo>
                  <a:pt x="4575175" y="1327150"/>
                </a:lnTo>
                <a:lnTo>
                  <a:pt x="4575175" y="4918075"/>
                </a:lnTo>
                <a:close/>
              </a:path>
            </a:pathLst>
          </a:custGeom>
          <a:blipFill>
            <a:blip r:embed="rId3"/>
            <a:srcRect/>
            <a:stretch>
              <a:fillRect l="-44554" t="150" r="-16674" b="-150"/>
            </a:stretch>
          </a:blipFill>
          <a:ln>
            <a:noFill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9831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FBFB590C-4495-4B5C-99AB-23C2F4EC21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606491" y="1329758"/>
            <a:ext cx="8406879" cy="1380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6CA2A8B7-0E29-4F55-A792-1BA0F68D5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6491" y="2725134"/>
            <a:ext cx="7711699" cy="587252"/>
          </a:xfrm>
        </p:spPr>
        <p:txBody>
          <a:bodyPr/>
          <a:lstStyle>
            <a:lvl1pPr marL="0" indent="0" algn="l">
              <a:buNone/>
              <a:defRPr sz="2200" b="0">
                <a:solidFill>
                  <a:srgbClr val="3B3B3B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/>
              <a:t>按一下編輯作者</a:t>
            </a:r>
          </a:p>
        </p:txBody>
      </p:sp>
      <p:pic>
        <p:nvPicPr>
          <p:cNvPr id="9" name="圖片 8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7C007951-4E5C-4A23-A1AD-4E1E0E8D54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021" y="29885"/>
            <a:ext cx="1199658" cy="43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91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17AF14F9-D443-4F12-9D05-844AFE799E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Google Shape;40;p4">
            <a:extLst>
              <a:ext uri="{FF2B5EF4-FFF2-40B4-BE49-F238E27FC236}">
                <a16:creationId xmlns:a16="http://schemas.microsoft.com/office/drawing/2014/main" id="{F5C0FAEC-72AC-40A1-B6FC-69CAFAD10F3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9438" y="353760"/>
            <a:ext cx="11186574" cy="5411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 dirty="0"/>
          </a:p>
        </p:txBody>
      </p:sp>
      <p:sp>
        <p:nvSpPr>
          <p:cNvPr id="23" name="內容版面配置區 5">
            <a:extLst>
              <a:ext uri="{FF2B5EF4-FFF2-40B4-BE49-F238E27FC236}">
                <a16:creationId xmlns:a16="http://schemas.microsoft.com/office/drawing/2014/main" id="{7E1DB4DF-5790-4599-80CC-88C0E35D4B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09438" y="1345271"/>
            <a:ext cx="11186574" cy="4736323"/>
          </a:xfrm>
        </p:spPr>
        <p:txBody>
          <a:bodyPr/>
          <a:lstStyle>
            <a:lvl1pPr marL="0" indent="152400">
              <a:buNone/>
              <a:defRPr sz="2800">
                <a:solidFill>
                  <a:schemeClr val="tx2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None/>
              <a:tabLst/>
              <a:defRPr/>
            </a:pPr>
            <a:r>
              <a:rPr lang="zh-TW" altLang="en-US" dirty="0"/>
              <a:t>內容</a:t>
            </a:r>
          </a:p>
          <a:p>
            <a:pPr lvl="0"/>
            <a:endParaRPr lang="zh-TW" altLang="en-US" dirty="0"/>
          </a:p>
        </p:txBody>
      </p:sp>
      <p:pic>
        <p:nvPicPr>
          <p:cNvPr id="24" name="圖片 23" descr="一張含有 文字, 裝置, 控制台 的圖片&#10;&#10;自動產生的描述">
            <a:extLst>
              <a:ext uri="{FF2B5EF4-FFF2-40B4-BE49-F238E27FC236}">
                <a16:creationId xmlns:a16="http://schemas.microsoft.com/office/drawing/2014/main" id="{D2CB05CF-CA10-4DEF-8579-81E1BFBBCA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157" y="344663"/>
            <a:ext cx="1481052" cy="541154"/>
          </a:xfrm>
          <a:prstGeom prst="rect">
            <a:avLst/>
          </a:prstGeom>
        </p:spPr>
      </p:pic>
      <p:sp>
        <p:nvSpPr>
          <p:cNvPr id="12" name="矩形 2">
            <a:extLst>
              <a:ext uri="{FF2B5EF4-FFF2-40B4-BE49-F238E27FC236}">
                <a16:creationId xmlns:a16="http://schemas.microsoft.com/office/drawing/2014/main" id="{0E50A31C-5EC5-434A-A2EA-488EFA2FDCF7}"/>
              </a:ext>
            </a:extLst>
          </p:cNvPr>
          <p:cNvSpPr/>
          <p:nvPr userDrawn="1"/>
        </p:nvSpPr>
        <p:spPr>
          <a:xfrm flipV="1">
            <a:off x="8545484" y="6481638"/>
            <a:ext cx="3646516" cy="384671"/>
          </a:xfrm>
          <a:custGeom>
            <a:avLst/>
            <a:gdLst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0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05562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99437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26723 w 8877300"/>
              <a:gd name="connsiteY3" fmla="*/ 127388 h 127388"/>
              <a:gd name="connsiteX4" fmla="*/ 0 w 8877300"/>
              <a:gd name="connsiteY4" fmla="*/ 0 h 127388"/>
              <a:gd name="connsiteX0" fmla="*/ 0 w 8877300"/>
              <a:gd name="connsiteY0" fmla="*/ 0 h 127388"/>
              <a:gd name="connsiteX1" fmla="*/ 8877300 w 8877300"/>
              <a:gd name="connsiteY1" fmla="*/ 0 h 127388"/>
              <a:gd name="connsiteX2" fmla="*/ 8877300 w 8877300"/>
              <a:gd name="connsiteY2" fmla="*/ 127388 h 127388"/>
              <a:gd name="connsiteX3" fmla="*/ 590958 w 8877300"/>
              <a:gd name="connsiteY3" fmla="*/ 119752 h 127388"/>
              <a:gd name="connsiteX4" fmla="*/ 0 w 8877300"/>
              <a:gd name="connsiteY4" fmla="*/ 0 h 12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300" h="127388">
                <a:moveTo>
                  <a:pt x="0" y="0"/>
                </a:moveTo>
                <a:lnTo>
                  <a:pt x="8877300" y="0"/>
                </a:lnTo>
                <a:lnTo>
                  <a:pt x="8877300" y="127388"/>
                </a:lnTo>
                <a:lnTo>
                  <a:pt x="590958" y="119752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89" dirty="0">
                <a:highlight>
                  <a:srgbClr val="EFEFEF"/>
                </a:highlight>
              </a:rPr>
              <a:t>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EEB6A92-683D-4A4D-BEBB-B8D6F1D7FB5E}"/>
              </a:ext>
            </a:extLst>
          </p:cNvPr>
          <p:cNvSpPr txBox="1">
            <a:spLocks/>
          </p:cNvSpPr>
          <p:nvPr userDrawn="1"/>
        </p:nvSpPr>
        <p:spPr>
          <a:xfrm>
            <a:off x="11545787" y="6396260"/>
            <a:ext cx="833744" cy="515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ctr" defTabSz="914400" rtl="0" eaLnBrk="1" latinLnBrk="0" hangingPunct="1"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FF80D99-EBBB-423B-BB5D-F52C7FE98A9C}" type="slidenum">
              <a:rPr lang="en-US" sz="2800" smtClean="0"/>
              <a:pPr algn="l"/>
              <a:t>‹#›</a:t>
            </a:fld>
            <a:endParaRPr lang="en-US" sz="28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068774-F19D-4A3C-8129-114889844995}"/>
              </a:ext>
            </a:extLst>
          </p:cNvPr>
          <p:cNvSpPr txBox="1"/>
          <p:nvPr userDrawn="1"/>
        </p:nvSpPr>
        <p:spPr>
          <a:xfrm>
            <a:off x="11176208" y="6531951"/>
            <a:ext cx="519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3B3B3B"/>
                </a:solidFill>
              </a:rPr>
              <a:t>page</a:t>
            </a:r>
            <a:endParaRPr lang="zh-TW" altLang="en-US" sz="1200" dirty="0">
              <a:solidFill>
                <a:srgbClr val="3B3B3B"/>
              </a:solidFill>
            </a:endParaRPr>
          </a:p>
        </p:txBody>
      </p:sp>
      <p:sp>
        <p:nvSpPr>
          <p:cNvPr id="26" name="矩形 1">
            <a:extLst>
              <a:ext uri="{FF2B5EF4-FFF2-40B4-BE49-F238E27FC236}">
                <a16:creationId xmlns:a16="http://schemas.microsoft.com/office/drawing/2014/main" id="{30D6C20B-DB12-4BA2-8CE3-158D929897AB}"/>
              </a:ext>
            </a:extLst>
          </p:cNvPr>
          <p:cNvSpPr/>
          <p:nvPr userDrawn="1"/>
        </p:nvSpPr>
        <p:spPr>
          <a:xfrm>
            <a:off x="-9525" y="6396261"/>
            <a:ext cx="9559032" cy="478007"/>
          </a:xfrm>
          <a:custGeom>
            <a:avLst/>
            <a:gdLst>
              <a:gd name="connsiteX0" fmla="*/ 0 w 10953750"/>
              <a:gd name="connsiteY0" fmla="*/ 0 h 327454"/>
              <a:gd name="connsiteX1" fmla="*/ 10953750 w 10953750"/>
              <a:gd name="connsiteY1" fmla="*/ 0 h 327454"/>
              <a:gd name="connsiteX2" fmla="*/ 10953750 w 10953750"/>
              <a:gd name="connsiteY2" fmla="*/ 327454 h 327454"/>
              <a:gd name="connsiteX3" fmla="*/ 0 w 10953750"/>
              <a:gd name="connsiteY3" fmla="*/ 327454 h 327454"/>
              <a:gd name="connsiteX4" fmla="*/ 0 w 10953750"/>
              <a:gd name="connsiteY4" fmla="*/ 0 h 327454"/>
              <a:gd name="connsiteX0" fmla="*/ 0 w 10953750"/>
              <a:gd name="connsiteY0" fmla="*/ 9525 h 336979"/>
              <a:gd name="connsiteX1" fmla="*/ 10696575 w 10953750"/>
              <a:gd name="connsiteY1" fmla="*/ 0 h 336979"/>
              <a:gd name="connsiteX2" fmla="*/ 10953750 w 10953750"/>
              <a:gd name="connsiteY2" fmla="*/ 336979 h 336979"/>
              <a:gd name="connsiteX3" fmla="*/ 0 w 10953750"/>
              <a:gd name="connsiteY3" fmla="*/ 336979 h 336979"/>
              <a:gd name="connsiteX4" fmla="*/ 0 w 10953750"/>
              <a:gd name="connsiteY4" fmla="*/ 9525 h 336979"/>
              <a:gd name="connsiteX0" fmla="*/ 0 w 10953750"/>
              <a:gd name="connsiteY0" fmla="*/ 28575 h 356029"/>
              <a:gd name="connsiteX1" fmla="*/ 10652093 w 10953750"/>
              <a:gd name="connsiteY1" fmla="*/ 0 h 356029"/>
              <a:gd name="connsiteX2" fmla="*/ 10953750 w 10953750"/>
              <a:gd name="connsiteY2" fmla="*/ 356029 h 356029"/>
              <a:gd name="connsiteX3" fmla="*/ 0 w 10953750"/>
              <a:gd name="connsiteY3" fmla="*/ 356029 h 356029"/>
              <a:gd name="connsiteX4" fmla="*/ 0 w 10953750"/>
              <a:gd name="connsiteY4" fmla="*/ 28575 h 356029"/>
              <a:gd name="connsiteX0" fmla="*/ 0 w 10953750"/>
              <a:gd name="connsiteY0" fmla="*/ 5715 h 333169"/>
              <a:gd name="connsiteX1" fmla="*/ 10634300 w 10953750"/>
              <a:gd name="connsiteY1" fmla="*/ 0 h 333169"/>
              <a:gd name="connsiteX2" fmla="*/ 10953750 w 10953750"/>
              <a:gd name="connsiteY2" fmla="*/ 333169 h 333169"/>
              <a:gd name="connsiteX3" fmla="*/ 0 w 10953750"/>
              <a:gd name="connsiteY3" fmla="*/ 333169 h 333169"/>
              <a:gd name="connsiteX4" fmla="*/ 0 w 10953750"/>
              <a:gd name="connsiteY4" fmla="*/ 5715 h 333169"/>
              <a:gd name="connsiteX0" fmla="*/ 0 w 10941856"/>
              <a:gd name="connsiteY0" fmla="*/ 5715 h 344399"/>
              <a:gd name="connsiteX1" fmla="*/ 10634300 w 10941856"/>
              <a:gd name="connsiteY1" fmla="*/ 0 h 344399"/>
              <a:gd name="connsiteX2" fmla="*/ 10941856 w 10941856"/>
              <a:gd name="connsiteY2" fmla="*/ 344399 h 344399"/>
              <a:gd name="connsiteX3" fmla="*/ 0 w 10941856"/>
              <a:gd name="connsiteY3" fmla="*/ 333169 h 344399"/>
              <a:gd name="connsiteX4" fmla="*/ 0 w 10941856"/>
              <a:gd name="connsiteY4" fmla="*/ 5715 h 34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1856" h="344399">
                <a:moveTo>
                  <a:pt x="0" y="5715"/>
                </a:moveTo>
                <a:lnTo>
                  <a:pt x="10634300" y="0"/>
                </a:lnTo>
                <a:lnTo>
                  <a:pt x="10941856" y="344399"/>
                </a:lnTo>
                <a:lnTo>
                  <a:pt x="0" y="333169"/>
                </a:lnTo>
                <a:lnTo>
                  <a:pt x="0" y="5715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43000">
                <a:srgbClr val="C3CFE4"/>
              </a:gs>
              <a:gs pos="100000">
                <a:srgbClr val="3476BE"/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6599AED-0E3D-42BB-B6EE-260A895AC3F9}"/>
              </a:ext>
            </a:extLst>
          </p:cNvPr>
          <p:cNvSpPr txBox="1"/>
          <p:nvPr userDrawn="1"/>
        </p:nvSpPr>
        <p:spPr>
          <a:xfrm>
            <a:off x="91442" y="6571180"/>
            <a:ext cx="330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 sz="1200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st</a:t>
            </a:r>
            <a:r>
              <a:rPr lang="en-US" altLang="zh-TW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Tier Light Guide Application Company</a:t>
            </a:r>
            <a:endParaRPr lang="zh-TW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字版面配置區 32">
            <a:extLst>
              <a:ext uri="{FF2B5EF4-FFF2-40B4-BE49-F238E27FC236}">
                <a16:creationId xmlns:a16="http://schemas.microsoft.com/office/drawing/2014/main" id="{9EB7DD93-134A-44F1-84CF-0FC0AB2B46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1498" y="6494740"/>
            <a:ext cx="1682101" cy="384671"/>
          </a:xfrm>
        </p:spPr>
        <p:txBody>
          <a:bodyPr/>
          <a:lstStyle>
            <a:lvl1pPr marL="152400" indent="0" algn="r">
              <a:buFont typeface="Arial" panose="020B0604020202020204" pitchFamily="34" charset="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點一下編輯日期</a:t>
            </a:r>
          </a:p>
        </p:txBody>
      </p:sp>
    </p:spTree>
    <p:extLst>
      <p:ext uri="{BB962C8B-B14F-4D97-AF65-F5344CB8AC3E}">
        <p14:creationId xmlns:p14="http://schemas.microsoft.com/office/powerpoint/2010/main" val="209097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9111FF-528B-4189-B638-C19FE6C5A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文字版面配置區 9">
            <a:extLst>
              <a:ext uri="{FF2B5EF4-FFF2-40B4-BE49-F238E27FC236}">
                <a16:creationId xmlns:a16="http://schemas.microsoft.com/office/drawing/2014/main" id="{693DDF2D-D26D-41A0-A88C-E772C2F6E3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99344" y="1392611"/>
            <a:ext cx="3952075" cy="729798"/>
          </a:xfrm>
        </p:spPr>
        <p:txBody>
          <a:bodyPr/>
          <a:lstStyle>
            <a:lvl1pPr marL="0" indent="0" algn="r">
              <a:buNone/>
              <a:defRPr sz="4500" b="1">
                <a:solidFill>
                  <a:schemeClr val="bg1"/>
                </a:solidFill>
                <a:latin typeface="+mj-lt"/>
                <a:ea typeface="+mj-ea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pPr lvl="0"/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18" name="文字版面配置區 9">
            <a:extLst>
              <a:ext uri="{FF2B5EF4-FFF2-40B4-BE49-F238E27FC236}">
                <a16:creationId xmlns:a16="http://schemas.microsoft.com/office/drawing/2014/main" id="{478AD34E-217F-494D-AD93-3723DDDBA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99344" y="2078724"/>
            <a:ext cx="3952075" cy="729798"/>
          </a:xfrm>
        </p:spPr>
        <p:txBody>
          <a:bodyPr/>
          <a:lstStyle>
            <a:lvl1pPr marL="0" indent="0" algn="r">
              <a:buNone/>
              <a:defRPr sz="2400" b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r>
              <a:rPr lang="zh-TW" altLang="en-US" dirty="0"/>
              <a:t>感謝聆聽  謝謝各位</a:t>
            </a:r>
          </a:p>
        </p:txBody>
      </p:sp>
    </p:spTree>
    <p:extLst>
      <p:ext uri="{BB962C8B-B14F-4D97-AF65-F5344CB8AC3E}">
        <p14:creationId xmlns:p14="http://schemas.microsoft.com/office/powerpoint/2010/main" val="830471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E9111FF-528B-4189-B638-C19FE6C5A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版面配置區 9">
            <a:extLst>
              <a:ext uri="{FF2B5EF4-FFF2-40B4-BE49-F238E27FC236}">
                <a16:creationId xmlns:a16="http://schemas.microsoft.com/office/drawing/2014/main" id="{5951C22D-0F7D-4728-9195-66A2772025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1744" y="1545011"/>
            <a:ext cx="3952075" cy="729798"/>
          </a:xfrm>
        </p:spPr>
        <p:txBody>
          <a:bodyPr/>
          <a:lstStyle>
            <a:lvl1pPr marL="0" indent="0" algn="r">
              <a:buNone/>
              <a:defRPr sz="4500" b="1">
                <a:solidFill>
                  <a:srgbClr val="3476BE"/>
                </a:solidFill>
                <a:latin typeface="+mj-lt"/>
                <a:ea typeface="+mj-ea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pPr lvl="0"/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6" name="文字版面配置區 9">
            <a:extLst>
              <a:ext uri="{FF2B5EF4-FFF2-40B4-BE49-F238E27FC236}">
                <a16:creationId xmlns:a16="http://schemas.microsoft.com/office/drawing/2014/main" id="{F360C099-381B-4767-A85F-A0A1089D9D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1744" y="2231124"/>
            <a:ext cx="3952075" cy="729798"/>
          </a:xfrm>
        </p:spPr>
        <p:txBody>
          <a:bodyPr/>
          <a:lstStyle>
            <a:lvl1pPr marL="0" indent="0" algn="r">
              <a:buNone/>
              <a:defRPr sz="2400" b="0">
                <a:solidFill>
                  <a:srgbClr val="3476BE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solidFill>
                  <a:srgbClr val="E6E6E6"/>
                </a:solidFill>
              </a:defRPr>
            </a:lvl2pPr>
            <a:lvl3pPr>
              <a:defRPr>
                <a:solidFill>
                  <a:srgbClr val="E6E6E6"/>
                </a:solidFill>
              </a:defRPr>
            </a:lvl3pPr>
            <a:lvl4pPr>
              <a:defRPr>
                <a:solidFill>
                  <a:srgbClr val="E6E6E6"/>
                </a:solidFill>
              </a:defRPr>
            </a:lvl4pPr>
            <a:lvl5pPr>
              <a:defRPr>
                <a:solidFill>
                  <a:srgbClr val="E6E6E6"/>
                </a:solidFill>
              </a:defRPr>
            </a:lvl5pPr>
          </a:lstStyle>
          <a:p>
            <a:r>
              <a:rPr lang="zh-TW" altLang="en-US" dirty="0"/>
              <a:t>感謝聆聽  謝謝各位</a:t>
            </a:r>
          </a:p>
        </p:txBody>
      </p:sp>
    </p:spTree>
    <p:extLst>
      <p:ext uri="{BB962C8B-B14F-4D97-AF65-F5344CB8AC3E}">
        <p14:creationId xmlns:p14="http://schemas.microsoft.com/office/powerpoint/2010/main" val="357219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 Sans"/>
              <a:buNone/>
              <a:defRPr sz="28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800" cy="13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●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 Light"/>
              <a:buChar char="○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ssistant Light"/>
              <a:buChar char="■"/>
              <a:defRPr sz="1200">
                <a:solidFill>
                  <a:schemeClr val="dk1"/>
                </a:solidFill>
                <a:latin typeface="Assistant Light"/>
                <a:ea typeface="Assistant Light"/>
                <a:cs typeface="Assistant Light"/>
                <a:sym typeface="Assistant Light"/>
              </a:defRPr>
            </a:lvl9pPr>
          </a:lstStyle>
          <a:p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DC1DDB4-7403-725B-3CAD-01F5C80FE77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8715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***GLT 一般***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9" r:id="rId2"/>
    <p:sldLayoutId id="2147483714" r:id="rId3"/>
    <p:sldLayoutId id="2147483710" r:id="rId4"/>
    <p:sldLayoutId id="2147483712" r:id="rId5"/>
    <p:sldLayoutId id="2147483711" r:id="rId6"/>
    <p:sldLayoutId id="2147483713" r:id="rId7"/>
    <p:sldLayoutId id="2147483706" r:id="rId8"/>
    <p:sldLayoutId id="2147483674" r:id="rId9"/>
    <p:sldLayoutId id="2147483697" r:id="rId10"/>
    <p:sldLayoutId id="2147483708" r:id="rId11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3476BE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3476B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05" userDrawn="1">
          <p15:clr>
            <a:srgbClr val="EA4335"/>
          </p15:clr>
        </p15:guide>
        <p15:guide id="2" orient="horz" pos="453" userDrawn="1">
          <p15:clr>
            <a:srgbClr val="EA4335"/>
          </p15:clr>
        </p15:guide>
        <p15:guide id="3" pos="7075" userDrawn="1">
          <p15:clr>
            <a:srgbClr val="EA4335"/>
          </p15:clr>
        </p15:guide>
        <p15:guide id="4" orient="horz" pos="3867" userDrawn="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8E7204-D69E-483B-B4EC-45E8AB65D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7048981" y="5430981"/>
            <a:ext cx="4811961" cy="482937"/>
          </a:xfrm>
        </p:spPr>
        <p:txBody>
          <a:bodyPr/>
          <a:lstStyle/>
          <a:p>
            <a:pPr algn="l"/>
            <a:r>
              <a:rPr lang="en-US" altLang="zh-TW" dirty="0"/>
              <a:t>Chrome </a:t>
            </a:r>
            <a:r>
              <a:rPr lang="en-US" altLang="zh-TW" dirty="0" err="1"/>
              <a:t>devtools</a:t>
            </a:r>
            <a:r>
              <a:rPr lang="en-US" altLang="zh-TW" dirty="0"/>
              <a:t> </a:t>
            </a:r>
            <a:r>
              <a:rPr lang="zh-TW" altLang="en-US" dirty="0"/>
              <a:t>介紹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6A0AA1-D6B4-45B1-9036-5DBF88DA24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Neil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15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2A04C964-E7E6-4215-A3B6-A42412A3DF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1498" y="6494741"/>
            <a:ext cx="1682101" cy="363260"/>
          </a:xfrm>
        </p:spPr>
        <p:txBody>
          <a:bodyPr/>
          <a:lstStyle/>
          <a:p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F21F7EE-7018-4B25-B0FD-108A1C1A0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606491" y="626842"/>
            <a:ext cx="6578080" cy="729343"/>
          </a:xfrm>
        </p:spPr>
        <p:txBody>
          <a:bodyPr/>
          <a:lstStyle/>
          <a:p>
            <a:r>
              <a:rPr lang="en-US" altLang="zh-TW" dirty="0">
                <a:latin typeface="+mj-lt"/>
                <a:ea typeface="+mj-ea"/>
              </a:rPr>
              <a:t>Outline</a:t>
            </a:r>
            <a:endParaRPr lang="zh-TW" altLang="en-US" dirty="0">
              <a:latin typeface="+mj-lt"/>
              <a:ea typeface="+mj-ea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41BE8D8-E628-0601-E162-35398CA59D50}"/>
              </a:ext>
            </a:extLst>
          </p:cNvPr>
          <p:cNvSpPr txBox="1">
            <a:spLocks/>
          </p:cNvSpPr>
          <p:nvPr/>
        </p:nvSpPr>
        <p:spPr>
          <a:xfrm>
            <a:off x="606491" y="1449358"/>
            <a:ext cx="10158562" cy="39592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3476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4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小關卡</a:t>
            </a:r>
            <a:endParaRPr lang="en-US" altLang="zh-TW" sz="24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TW" altLang="en-US" sz="24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  <a:endParaRPr lang="en-US" altLang="zh-TW" sz="24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882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0A84D-98B5-4DFE-8403-4B0B340F8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0480430" y="353760"/>
            <a:ext cx="1215580" cy="541154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00D1B85-7C28-4918-B399-DFE0923FB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E9CDC2-1F9F-885A-5D43-B0703CB8BC7F}"/>
              </a:ext>
            </a:extLst>
          </p:cNvPr>
          <p:cNvSpPr txBox="1"/>
          <p:nvPr/>
        </p:nvSpPr>
        <p:spPr>
          <a:xfrm>
            <a:off x="1195997" y="1120363"/>
            <a:ext cx="98000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tx2"/>
                </a:solidFill>
                <a:latin typeface="+mj-ea"/>
                <a:ea typeface="+mj-ea"/>
              </a:rPr>
              <a:t>Live Expression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latin typeface="+mj-ea"/>
                <a:ea typeface="+mj-ea"/>
              </a:rPr>
              <a:t>Console </a:t>
            </a:r>
            <a:r>
              <a:rPr lang="zh-TW" altLang="en-US" sz="2400" dirty="0">
                <a:latin typeface="+mj-ea"/>
                <a:ea typeface="+mj-ea"/>
              </a:rPr>
              <a:t>實時監控</a:t>
            </a:r>
            <a:endParaRPr lang="en-US" altLang="zh-TW" sz="2400" dirty="0"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Application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Cookies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LocalStorage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SessionStorage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與 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IndexedDB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的差異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Performance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效能分析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識別長任務並即時優化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Network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Request Blocking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排除干擾，並透過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 Overrides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在無後端環境下強行改寫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API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回傳值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Sources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斷點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利用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Breakpoint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暫停執行流，在運行時修改記憶體中的邏輯判斷</a:t>
            </a:r>
          </a:p>
        </p:txBody>
      </p:sp>
    </p:spTree>
    <p:extLst>
      <p:ext uri="{BB962C8B-B14F-4D97-AF65-F5344CB8AC3E}">
        <p14:creationId xmlns:p14="http://schemas.microsoft.com/office/powerpoint/2010/main" val="3449143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2033B-918D-2D66-2243-5ED070CC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A5BD7-1DAF-4789-385E-9D5234963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0480430" y="353760"/>
            <a:ext cx="1215580" cy="541154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C3F5E6-E8C7-D9CF-88FF-F22C6399B9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D26EC53-E647-9F16-7177-E55B1DC5CEA8}"/>
              </a:ext>
            </a:extLst>
          </p:cNvPr>
          <p:cNvSpPr txBox="1"/>
          <p:nvPr/>
        </p:nvSpPr>
        <p:spPr>
          <a:xfrm>
            <a:off x="1195997" y="1120363"/>
            <a:ext cx="98000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Live Expression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Console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實時監控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tx2"/>
                </a:solidFill>
                <a:latin typeface="+mj-ea"/>
                <a:ea typeface="+mj-ea"/>
              </a:rPr>
              <a:t>Application </a:t>
            </a:r>
            <a:r>
              <a:rPr lang="zh-TW" altLang="en-US" sz="2400" b="1" dirty="0">
                <a:solidFill>
                  <a:schemeClr val="tx2"/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Cookies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tx2"/>
                </a:solidFill>
                <a:latin typeface="+mj-ea"/>
                <a:ea typeface="+mj-ea"/>
              </a:rPr>
              <a:t>LocalStorage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tx2"/>
                </a:solidFill>
                <a:latin typeface="+mj-ea"/>
                <a:ea typeface="+mj-ea"/>
              </a:rPr>
              <a:t>SessionStorage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與 </a:t>
            </a:r>
            <a:r>
              <a:rPr lang="en-US" altLang="zh-TW" sz="2400" dirty="0" err="1">
                <a:solidFill>
                  <a:schemeClr val="tx2"/>
                </a:solidFill>
                <a:latin typeface="+mj-ea"/>
                <a:ea typeface="+mj-ea"/>
              </a:rPr>
              <a:t>IndexedDB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的差異</a:t>
            </a: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Performance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效能分析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識別長任務並即時優化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Network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Request Blocking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排除干擾，並透過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 Overrides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在無後端環境下強行改寫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API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回傳值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Sources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斷點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利用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Breakpoint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暫停執行流，在運行時修改記憶體中的邏輯判斷</a:t>
            </a:r>
          </a:p>
        </p:txBody>
      </p:sp>
    </p:spTree>
    <p:extLst>
      <p:ext uri="{BB962C8B-B14F-4D97-AF65-F5344CB8AC3E}">
        <p14:creationId xmlns:p14="http://schemas.microsoft.com/office/powerpoint/2010/main" val="348663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7383-3E1A-5850-EE1B-BA52795E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F319D-AF61-9B2D-C005-0D6895B0D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0480430" y="353760"/>
            <a:ext cx="1215580" cy="541154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A47338-B8BE-24B0-076E-429468D957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FBE4D8-02FD-FD7D-FCE1-63BE50CAC76F}"/>
              </a:ext>
            </a:extLst>
          </p:cNvPr>
          <p:cNvSpPr txBox="1"/>
          <p:nvPr/>
        </p:nvSpPr>
        <p:spPr>
          <a:xfrm>
            <a:off x="1195997" y="1120363"/>
            <a:ext cx="98000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/>
                </a:solidFill>
                <a:latin typeface="+mj-ea"/>
                <a:ea typeface="+mj-ea"/>
              </a:rPr>
              <a:t>Live Expression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Console 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實時監控</a:t>
            </a:r>
            <a:endParaRPr lang="en-US" altLang="zh-TW" sz="2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Application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Cookies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LocalStorage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SessionStorage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與 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IndexedDB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的差異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tx2"/>
                </a:solidFill>
                <a:latin typeface="+mj-ea"/>
                <a:ea typeface="+mj-ea"/>
              </a:rPr>
              <a:t>Performance </a:t>
            </a:r>
            <a:r>
              <a:rPr lang="zh-TW" altLang="en-US" sz="2400" b="1" dirty="0">
                <a:solidFill>
                  <a:schemeClr val="tx2"/>
                </a:solidFill>
                <a:latin typeface="+mj-ea"/>
                <a:ea typeface="+mj-ea"/>
              </a:rPr>
              <a:t>效能分析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識別長任務並即時優化</a:t>
            </a: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Network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Request Blocking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排除干擾，並透過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 Overrides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在無後端環境下強行改寫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API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回傳值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Sources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斷點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利用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Breakpoint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暫停執行流，在運行時修改記憶體中的邏輯判斷</a:t>
            </a:r>
          </a:p>
        </p:txBody>
      </p:sp>
    </p:spTree>
    <p:extLst>
      <p:ext uri="{BB962C8B-B14F-4D97-AF65-F5344CB8AC3E}">
        <p14:creationId xmlns:p14="http://schemas.microsoft.com/office/powerpoint/2010/main" val="78321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D8A7-34DA-7A28-BB3F-F3255035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58C1E-9D9E-676E-C936-D87195DBD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0480430" y="353760"/>
            <a:ext cx="1215580" cy="541154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E760A0-BB6F-9E66-58D9-D68F083F91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D88E82-12CD-6291-230C-ECD88CDDED13}"/>
              </a:ext>
            </a:extLst>
          </p:cNvPr>
          <p:cNvSpPr txBox="1"/>
          <p:nvPr/>
        </p:nvSpPr>
        <p:spPr>
          <a:xfrm>
            <a:off x="1195997" y="1120363"/>
            <a:ext cx="98000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/>
                </a:solidFill>
                <a:latin typeface="+mj-ea"/>
                <a:ea typeface="+mj-ea"/>
              </a:rPr>
              <a:t>Live Expression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Console 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實時監控</a:t>
            </a:r>
            <a:endParaRPr lang="en-US" altLang="zh-TW" sz="2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Application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Cookies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LocalStorage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SessionStorage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與 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IndexedDB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的差異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Performance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效能分析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識別長任務並即時優化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tx2"/>
                </a:solidFill>
                <a:latin typeface="+mj-ea"/>
                <a:ea typeface="+mj-ea"/>
              </a:rPr>
              <a:t>Network </a:t>
            </a:r>
            <a:r>
              <a:rPr lang="zh-TW" altLang="en-US" sz="2400" b="1" dirty="0">
                <a:solidFill>
                  <a:schemeClr val="tx2"/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: Request Blocking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排除干擾，並透過 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Local Overrides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在無後端環境下強行改寫 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API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回傳值</a:t>
            </a: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Sources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斷點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利用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Breakpoint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暫停執行流，在運行時修改記憶體中的邏輯判斷</a:t>
            </a:r>
          </a:p>
        </p:txBody>
      </p:sp>
    </p:spTree>
    <p:extLst>
      <p:ext uri="{BB962C8B-B14F-4D97-AF65-F5344CB8AC3E}">
        <p14:creationId xmlns:p14="http://schemas.microsoft.com/office/powerpoint/2010/main" val="402022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604C-B7B4-7E0F-BE54-D206E454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5BBC0-6964-1FEA-9F01-17D102897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0480430" y="353760"/>
            <a:ext cx="1215580" cy="541154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A7F144-622C-0469-15EA-C463664D2F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CF779F9-F567-2A1A-2803-08CE39A7D175}"/>
              </a:ext>
            </a:extLst>
          </p:cNvPr>
          <p:cNvSpPr txBox="1"/>
          <p:nvPr/>
        </p:nvSpPr>
        <p:spPr>
          <a:xfrm>
            <a:off x="1195997" y="1120363"/>
            <a:ext cx="98000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/>
                </a:solidFill>
                <a:latin typeface="+mj-ea"/>
                <a:ea typeface="+mj-ea"/>
              </a:rPr>
              <a:t>Live Expression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/>
                </a:solidFill>
                <a:latin typeface="+mj-ea"/>
                <a:ea typeface="+mj-ea"/>
              </a:rPr>
              <a:t>Console </a:t>
            </a:r>
            <a:r>
              <a:rPr lang="zh-TW" altLang="en-US" sz="2400" dirty="0">
                <a:solidFill>
                  <a:schemeClr val="bg2"/>
                </a:solidFill>
                <a:latin typeface="+mj-ea"/>
                <a:ea typeface="+mj-ea"/>
              </a:rPr>
              <a:t>實時監控</a:t>
            </a:r>
            <a:endParaRPr lang="en-US" altLang="zh-TW" sz="2400" dirty="0">
              <a:solidFill>
                <a:schemeClr val="bg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tx2"/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Application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Cookies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LocalStorage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、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SessionStorage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與 </a:t>
            </a:r>
            <a:r>
              <a:rPr lang="en-US" altLang="zh-TW" sz="2400" dirty="0" err="1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IndexedDB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的差異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Performance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效能分析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識別長任務並即時優化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Network </a:t>
            </a:r>
            <a:r>
              <a:rPr lang="zh-TW" altLang="en-US" sz="2400" b="1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面板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: Request Blocking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排除干擾，並透過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Local Overrides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在無後端環境下強行改寫 </a:t>
            </a:r>
            <a:r>
              <a:rPr lang="en-US" altLang="zh-TW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API </a:t>
            </a:r>
            <a:r>
              <a:rPr lang="zh-TW" altLang="en-US" sz="2400" dirty="0">
                <a:solidFill>
                  <a:schemeClr val="bg2">
                    <a:lumMod val="90000"/>
                  </a:schemeClr>
                </a:solidFill>
                <a:latin typeface="+mj-ea"/>
                <a:ea typeface="+mj-ea"/>
              </a:rPr>
              <a:t>回傳值</a:t>
            </a: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endParaRPr lang="en-US" altLang="zh-TW" sz="2400" dirty="0">
              <a:solidFill>
                <a:schemeClr val="bg2">
                  <a:lumMod val="90000"/>
                </a:schemeClr>
              </a:solidFill>
              <a:latin typeface="+mj-ea"/>
              <a:ea typeface="+mj-ea"/>
            </a:endParaRPr>
          </a:p>
          <a:p>
            <a:pPr marL="342900" indent="-342900">
              <a:buSzPct val="50000"/>
              <a:buFont typeface="Wingdings" panose="05000000000000000000" pitchFamily="2" charset="2"/>
              <a:buChar char="l"/>
            </a:pPr>
            <a:r>
              <a:rPr lang="en-US" altLang="zh-TW" sz="2400" b="1" dirty="0">
                <a:solidFill>
                  <a:schemeClr val="tx2"/>
                </a:solidFill>
                <a:latin typeface="+mj-ea"/>
                <a:ea typeface="+mj-ea"/>
              </a:rPr>
              <a:t>Sources </a:t>
            </a:r>
            <a:r>
              <a:rPr lang="zh-TW" altLang="en-US" sz="2400" b="1" dirty="0">
                <a:solidFill>
                  <a:schemeClr val="tx2"/>
                </a:solidFill>
                <a:latin typeface="+mj-ea"/>
                <a:ea typeface="+mj-ea"/>
              </a:rPr>
              <a:t>斷點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: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利用 </a:t>
            </a:r>
            <a:r>
              <a:rPr lang="en-US" altLang="zh-TW" sz="2400" dirty="0">
                <a:solidFill>
                  <a:schemeClr val="tx2"/>
                </a:solidFill>
                <a:latin typeface="+mj-ea"/>
                <a:ea typeface="+mj-ea"/>
              </a:rPr>
              <a:t>Breakpoint </a:t>
            </a:r>
            <a:r>
              <a:rPr lang="zh-TW" altLang="en-US" sz="2400" dirty="0">
                <a:solidFill>
                  <a:schemeClr val="tx2"/>
                </a:solidFill>
                <a:latin typeface="+mj-ea"/>
                <a:ea typeface="+mj-ea"/>
              </a:rPr>
              <a:t>暫停執行流，在運行時修改記憶體中的邏輯判斷</a:t>
            </a:r>
          </a:p>
        </p:txBody>
      </p:sp>
    </p:spTree>
    <p:extLst>
      <p:ext uri="{BB962C8B-B14F-4D97-AF65-F5344CB8AC3E}">
        <p14:creationId xmlns:p14="http://schemas.microsoft.com/office/powerpoint/2010/main" val="382883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1">
            <a:extLst>
              <a:ext uri="{FF2B5EF4-FFF2-40B4-BE49-F238E27FC236}">
                <a16:creationId xmlns:a16="http://schemas.microsoft.com/office/drawing/2014/main" id="{266E78EC-63E9-7F8C-EDD0-35375D82DE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99344" y="1392611"/>
            <a:ext cx="3952075" cy="729798"/>
          </a:xfrm>
        </p:spPr>
        <p:txBody>
          <a:bodyPr/>
          <a:lstStyle/>
          <a:p>
            <a:r>
              <a:rPr lang="en-US" altLang="zh-TW" dirty="0"/>
              <a:t>Thank you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1119168"/>
      </p:ext>
    </p:extLst>
  </p:cSld>
  <p:clrMapOvr>
    <a:masterClrMapping/>
  </p:clrMapOvr>
</p:sld>
</file>

<file path=ppt/theme/theme1.xml><?xml version="1.0" encoding="utf-8"?>
<a:theme xmlns:a="http://schemas.openxmlformats.org/drawingml/2006/main" name="Marketing Newsletter">
  <a:themeElements>
    <a:clrScheme name="自訂 1">
      <a:dk1>
        <a:srgbClr val="3476BE"/>
      </a:dk1>
      <a:lt1>
        <a:srgbClr val="FFFFFF"/>
      </a:lt1>
      <a:dk2>
        <a:srgbClr val="181818"/>
      </a:dk2>
      <a:lt2>
        <a:srgbClr val="EFEFEF"/>
      </a:lt2>
      <a:accent1>
        <a:srgbClr val="E62310"/>
      </a:accent1>
      <a:accent2>
        <a:srgbClr val="F2F2F2"/>
      </a:accent2>
      <a:accent3>
        <a:srgbClr val="515151"/>
      </a:accent3>
      <a:accent4>
        <a:srgbClr val="FFC000"/>
      </a:accent4>
      <a:accent5>
        <a:srgbClr val="00B050"/>
      </a:accent5>
      <a:accent6>
        <a:srgbClr val="00B0F0"/>
      </a:accent6>
      <a:hlink>
        <a:srgbClr val="FFFFFF"/>
      </a:hlink>
      <a:folHlink>
        <a:srgbClr val="003D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C2F32B180F33E4F99869C2A6FE25974" ma:contentTypeVersion="11" ma:contentTypeDescription="建立新的文件。" ma:contentTypeScope="" ma:versionID="3ab7d2bc9541ddc7b1d5a78b0a181f4f">
  <xsd:schema xmlns:xsd="http://www.w3.org/2001/XMLSchema" xmlns:xs="http://www.w3.org/2001/XMLSchema" xmlns:p="http://schemas.microsoft.com/office/2006/metadata/properties" xmlns:ns2="6df2d836-9ac4-4bca-aed5-062e9267e9e1" targetNamespace="http://schemas.microsoft.com/office/2006/metadata/properties" ma:root="true" ma:fieldsID="ee5e247ce41e336774ba20c45a0b8701" ns2:_="">
    <xsd:import namespace="6df2d836-9ac4-4bca-aed5-062e9267e9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_x6392__x5e8f_" minOccurs="0"/>
                <xsd:element ref="ns2:_x6a19__x7c64_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2d836-9ac4-4bca-aed5-062e9267e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_x6392__x5e8f_" ma:index="13" nillable="true" ma:displayName="排序" ma:default="1" ma:format="Dropdown" ma:internalName="_x6392__x5e8f_" ma:percentage="FALSE">
      <xsd:simpleType>
        <xsd:restriction base="dms:Number"/>
      </xsd:simpleType>
    </xsd:element>
    <xsd:element name="_x6a19__x7c64_" ma:index="14" nillable="true" ma:displayName="標籤" ma:description="影片內容標籤" ma:format="Dropdown" ma:internalName="_x6a19__x7c64_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機器視覺"/>
                        <xsd:enumeration value="電控"/>
                        <xsd:enumeration value="Python"/>
                        <xsd:enumeration value="AI"/>
                        <xsd:enumeration value="無紙化"/>
                        <xsd:enumeration value="Low Code"/>
                        <xsd:enumeration value="平台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6a19__x7c64_ xmlns="6df2d836-9ac4-4bca-aed5-062e9267e9e1" xsi:nil="true"/>
    <_x6392__x5e8f_ xmlns="6df2d836-9ac4-4bca-aed5-062e9267e9e1">1</_x6392__x5e8f_>
  </documentManagement>
</p:properties>
</file>

<file path=customXml/itemProps1.xml><?xml version="1.0" encoding="utf-8"?>
<ds:datastoreItem xmlns:ds="http://schemas.openxmlformats.org/officeDocument/2006/customXml" ds:itemID="{26D26D20-AF2E-438A-AE9E-834585748F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F32087-F27D-4DBC-BA11-27E5FBA45D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f2d836-9ac4-4bca-aed5-062e9267e9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31F56A-6347-44DD-BE8D-E4388782C3FF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6df2d836-9ac4-4bca-aed5-062e9267e9e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10995</TotalTime>
  <Words>370</Words>
  <Application>Microsoft Office PowerPoint</Application>
  <PresentationFormat>寬螢幕</PresentationFormat>
  <Paragraphs>56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Wingdings</vt:lpstr>
      <vt:lpstr>Nunito Sans</vt:lpstr>
      <vt:lpstr>Assistant Light</vt:lpstr>
      <vt:lpstr>Arial</vt:lpstr>
      <vt:lpstr>微軟正黑體</vt:lpstr>
      <vt:lpstr>標楷體</vt:lpstr>
      <vt:lpstr>Aptos</vt:lpstr>
      <vt:lpstr>Marketing Newsletter</vt:lpstr>
      <vt:lpstr>Chrome devtools 介紹</vt:lpstr>
      <vt:lpstr>Outline</vt:lpstr>
      <vt:lpstr>總結</vt:lpstr>
      <vt:lpstr>總結</vt:lpstr>
      <vt:lpstr>總結</vt:lpstr>
      <vt:lpstr>總結</vt:lpstr>
      <vt:lpstr>總結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</dc:title>
  <dc:creator>jimmy_su(GLTTCL-蘇峻民)</dc:creator>
  <cp:lastModifiedBy>Neil_yang(GLTTCL-楊祖豪)</cp:lastModifiedBy>
  <cp:revision>494</cp:revision>
  <dcterms:created xsi:type="dcterms:W3CDTF">2020-09-11T09:16:52Z</dcterms:created>
  <dcterms:modified xsi:type="dcterms:W3CDTF">2026-02-13T05:39:50Z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795412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  <property fmtid="{D5CDD505-2E9C-101B-9397-08002B2CF9AE}" pid="5" name="ContentTypeId">
    <vt:lpwstr>0x010100AC2F32B180F33E4F99869C2A6FE25974</vt:lpwstr>
  </property>
  <property fmtid="{D5CDD505-2E9C-101B-9397-08002B2CF9AE}" pid="6" name="MSIP_Label_82437ae2-5fc6-4978-b194-f836681c7436_Enabled">
    <vt:lpwstr>true</vt:lpwstr>
  </property>
  <property fmtid="{D5CDD505-2E9C-101B-9397-08002B2CF9AE}" pid="7" name="MSIP_Label_82437ae2-5fc6-4978-b194-f836681c7436_SetDate">
    <vt:lpwstr>2025-11-06T07:23:56Z</vt:lpwstr>
  </property>
  <property fmtid="{D5CDD505-2E9C-101B-9397-08002B2CF9AE}" pid="8" name="MSIP_Label_82437ae2-5fc6-4978-b194-f836681c7436_Method">
    <vt:lpwstr>Standard</vt:lpwstr>
  </property>
  <property fmtid="{D5CDD505-2E9C-101B-9397-08002B2CF9AE}" pid="9" name="MSIP_Label_82437ae2-5fc6-4978-b194-f836681c7436_Name">
    <vt:lpwstr>一般</vt:lpwstr>
  </property>
  <property fmtid="{D5CDD505-2E9C-101B-9397-08002B2CF9AE}" pid="10" name="MSIP_Label_82437ae2-5fc6-4978-b194-f836681c7436_SiteId">
    <vt:lpwstr>284be00e-49b0-4037-951f-574e0b52b90b</vt:lpwstr>
  </property>
  <property fmtid="{D5CDD505-2E9C-101B-9397-08002B2CF9AE}" pid="11" name="MSIP_Label_82437ae2-5fc6-4978-b194-f836681c7436_ActionId">
    <vt:lpwstr>403587f1-5ebc-435c-84f3-2fdccca57a9b</vt:lpwstr>
  </property>
  <property fmtid="{D5CDD505-2E9C-101B-9397-08002B2CF9AE}" pid="12" name="MSIP_Label_82437ae2-5fc6-4978-b194-f836681c7436_ContentBits">
    <vt:lpwstr>2</vt:lpwstr>
  </property>
  <property fmtid="{D5CDD505-2E9C-101B-9397-08002B2CF9AE}" pid="13" name="MSIP_Label_82437ae2-5fc6-4978-b194-f836681c7436_Tag">
    <vt:lpwstr>10, 3, 0, 2</vt:lpwstr>
  </property>
  <property fmtid="{D5CDD505-2E9C-101B-9397-08002B2CF9AE}" pid="14" name="ClassificationContentMarkingFooterLocations">
    <vt:lpwstr>Marketing Newsletter:3</vt:lpwstr>
  </property>
  <property fmtid="{D5CDD505-2E9C-101B-9397-08002B2CF9AE}" pid="15" name="ClassificationContentMarkingFooterText">
    <vt:lpwstr>***GLT 一般***</vt:lpwstr>
  </property>
</Properties>
</file>