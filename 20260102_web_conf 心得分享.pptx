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</p:sldMasterIdLst>
  <p:sldIdLst>
    <p:sldId id="334" r:id="rId3"/>
    <p:sldId id="339" r:id="rId4"/>
    <p:sldId id="330" r:id="rId5"/>
    <p:sldId id="335" r:id="rId6"/>
    <p:sldId id="336" r:id="rId7"/>
    <p:sldId id="337" r:id="rId8"/>
    <p:sldId id="338" r:id="rId9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0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17AF14F9-D443-4F12-9D05-844AFE799E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2" name="Google Shape;40;p4">
            <a:extLst>
              <a:ext uri="{FF2B5EF4-FFF2-40B4-BE49-F238E27FC236}">
                <a16:creationId xmlns:a16="http://schemas.microsoft.com/office/drawing/2014/main" id="{F5C0FAEC-72AC-40A1-B6FC-69CAFAD10F3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flipH="1">
            <a:off x="2549932" y="424512"/>
            <a:ext cx="11485283" cy="64938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4320">
                <a:solidFill>
                  <a:schemeClr val="tx2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9pPr>
          </a:lstStyle>
          <a:p>
            <a:endParaRPr dirty="0"/>
          </a:p>
        </p:txBody>
      </p:sp>
      <p:sp>
        <p:nvSpPr>
          <p:cNvPr id="23" name="內容版面配置區 5">
            <a:extLst>
              <a:ext uri="{FF2B5EF4-FFF2-40B4-BE49-F238E27FC236}">
                <a16:creationId xmlns:a16="http://schemas.microsoft.com/office/drawing/2014/main" id="{7E1DB4DF-5790-4599-80CC-88C0E35D4B9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1325" y="1614326"/>
            <a:ext cx="13423889" cy="5683588"/>
          </a:xfrm>
        </p:spPr>
        <p:txBody>
          <a:bodyPr/>
          <a:lstStyle>
            <a:lvl1pPr marL="0" indent="182880">
              <a:buNone/>
              <a:defRPr sz="3360">
                <a:solidFill>
                  <a:schemeClr val="tx2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marL="548640" marR="0" lvl="0" indent="-365760" algn="l" defTabSz="109728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Light"/>
              <a:buNone/>
              <a:tabLst/>
              <a:defRPr/>
            </a:pPr>
            <a:r>
              <a:rPr lang="zh-TW" altLang="en-US" dirty="0"/>
              <a:t>內容</a:t>
            </a:r>
          </a:p>
          <a:p>
            <a:pPr lvl="0"/>
            <a:endParaRPr lang="zh-TW" altLang="en-US" dirty="0"/>
          </a:p>
        </p:txBody>
      </p:sp>
      <p:pic>
        <p:nvPicPr>
          <p:cNvPr id="24" name="圖片 23" descr="一張含有 文字, 裝置, 控制台 的圖片&#10;&#10;自動產生的描述">
            <a:extLst>
              <a:ext uri="{FF2B5EF4-FFF2-40B4-BE49-F238E27FC236}">
                <a16:creationId xmlns:a16="http://schemas.microsoft.com/office/drawing/2014/main" id="{D2CB05CF-CA10-4DEF-8579-81E1BFBBCAE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5789" y="413596"/>
            <a:ext cx="1777262" cy="649385"/>
          </a:xfrm>
          <a:prstGeom prst="rect">
            <a:avLst/>
          </a:prstGeom>
        </p:spPr>
      </p:pic>
      <p:sp>
        <p:nvSpPr>
          <p:cNvPr id="12" name="矩形 2">
            <a:extLst>
              <a:ext uri="{FF2B5EF4-FFF2-40B4-BE49-F238E27FC236}">
                <a16:creationId xmlns:a16="http://schemas.microsoft.com/office/drawing/2014/main" id="{0E50A31C-5EC5-434A-A2EA-488EFA2FDCF7}"/>
              </a:ext>
            </a:extLst>
          </p:cNvPr>
          <p:cNvSpPr/>
          <p:nvPr userDrawn="1"/>
        </p:nvSpPr>
        <p:spPr>
          <a:xfrm flipV="1">
            <a:off x="10254581" y="7777966"/>
            <a:ext cx="4375819" cy="461605"/>
          </a:xfrm>
          <a:custGeom>
            <a:avLst/>
            <a:gdLst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0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05562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99437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6723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590958 w 8877300"/>
              <a:gd name="connsiteY3" fmla="*/ 119752 h 127388"/>
              <a:gd name="connsiteX4" fmla="*/ 0 w 8877300"/>
              <a:gd name="connsiteY4" fmla="*/ 0 h 127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7300" h="127388">
                <a:moveTo>
                  <a:pt x="0" y="0"/>
                </a:moveTo>
                <a:lnTo>
                  <a:pt x="8877300" y="0"/>
                </a:lnTo>
                <a:lnTo>
                  <a:pt x="8877300" y="127388"/>
                </a:lnTo>
                <a:lnTo>
                  <a:pt x="590958" y="119752"/>
                </a:lnTo>
                <a:lnTo>
                  <a:pt x="0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987" dirty="0">
                <a:highlight>
                  <a:srgbClr val="EFEFEF"/>
                </a:highlight>
              </a:rPr>
              <a:t> 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CEEB6A92-683D-4A4D-BEBB-B8D6F1D7FB5E}"/>
              </a:ext>
            </a:extLst>
          </p:cNvPr>
          <p:cNvSpPr txBox="1">
            <a:spLocks/>
          </p:cNvSpPr>
          <p:nvPr userDrawn="1"/>
        </p:nvSpPr>
        <p:spPr>
          <a:xfrm>
            <a:off x="13854944" y="7675512"/>
            <a:ext cx="1000493" cy="619116"/>
          </a:xfrm>
          <a:prstGeom prst="rect">
            <a:avLst/>
          </a:prstGeom>
        </p:spPr>
        <p:txBody>
          <a:bodyPr vert="horz" lIns="109728" tIns="54864" rIns="109728" bIns="54864" rtlCol="0" anchor="ctr"/>
          <a:lstStyle>
            <a:defPPr>
              <a:defRPr lang="zh-TW"/>
            </a:defPPr>
            <a:lvl1pPr marL="0" algn="ctr" defTabSz="914400" rtl="0" eaLnBrk="1" latinLnBrk="0" hangingPunct="1"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FF80D99-EBBB-423B-BB5D-F52C7FE98A9C}" type="slidenum">
              <a:rPr lang="en-US" sz="3360" smtClean="0"/>
              <a:pPr algn="l"/>
              <a:t>‹#›</a:t>
            </a:fld>
            <a:endParaRPr lang="en-US" sz="336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2068774-F19D-4A3C-8129-114889844995}"/>
              </a:ext>
            </a:extLst>
          </p:cNvPr>
          <p:cNvSpPr txBox="1"/>
          <p:nvPr userDrawn="1"/>
        </p:nvSpPr>
        <p:spPr>
          <a:xfrm>
            <a:off x="13411450" y="7838342"/>
            <a:ext cx="623765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40" dirty="0">
                <a:solidFill>
                  <a:srgbClr val="3B3B3B"/>
                </a:solidFill>
              </a:rPr>
              <a:t>page</a:t>
            </a:r>
            <a:endParaRPr lang="zh-TW" altLang="en-US" sz="1440" dirty="0">
              <a:solidFill>
                <a:srgbClr val="3B3B3B"/>
              </a:solidFill>
            </a:endParaRPr>
          </a:p>
        </p:txBody>
      </p:sp>
      <p:sp>
        <p:nvSpPr>
          <p:cNvPr id="26" name="矩形 1">
            <a:extLst>
              <a:ext uri="{FF2B5EF4-FFF2-40B4-BE49-F238E27FC236}">
                <a16:creationId xmlns:a16="http://schemas.microsoft.com/office/drawing/2014/main" id="{30D6C20B-DB12-4BA2-8CE3-158D929897AB}"/>
              </a:ext>
            </a:extLst>
          </p:cNvPr>
          <p:cNvSpPr/>
          <p:nvPr userDrawn="1"/>
        </p:nvSpPr>
        <p:spPr>
          <a:xfrm>
            <a:off x="-11430" y="7675514"/>
            <a:ext cx="11470838" cy="573608"/>
          </a:xfrm>
          <a:custGeom>
            <a:avLst/>
            <a:gdLst>
              <a:gd name="connsiteX0" fmla="*/ 0 w 10953750"/>
              <a:gd name="connsiteY0" fmla="*/ 0 h 327454"/>
              <a:gd name="connsiteX1" fmla="*/ 10953750 w 10953750"/>
              <a:gd name="connsiteY1" fmla="*/ 0 h 327454"/>
              <a:gd name="connsiteX2" fmla="*/ 10953750 w 10953750"/>
              <a:gd name="connsiteY2" fmla="*/ 327454 h 327454"/>
              <a:gd name="connsiteX3" fmla="*/ 0 w 10953750"/>
              <a:gd name="connsiteY3" fmla="*/ 327454 h 327454"/>
              <a:gd name="connsiteX4" fmla="*/ 0 w 10953750"/>
              <a:gd name="connsiteY4" fmla="*/ 0 h 327454"/>
              <a:gd name="connsiteX0" fmla="*/ 0 w 10953750"/>
              <a:gd name="connsiteY0" fmla="*/ 9525 h 336979"/>
              <a:gd name="connsiteX1" fmla="*/ 10696575 w 10953750"/>
              <a:gd name="connsiteY1" fmla="*/ 0 h 336979"/>
              <a:gd name="connsiteX2" fmla="*/ 10953750 w 10953750"/>
              <a:gd name="connsiteY2" fmla="*/ 336979 h 336979"/>
              <a:gd name="connsiteX3" fmla="*/ 0 w 10953750"/>
              <a:gd name="connsiteY3" fmla="*/ 336979 h 336979"/>
              <a:gd name="connsiteX4" fmla="*/ 0 w 10953750"/>
              <a:gd name="connsiteY4" fmla="*/ 9525 h 336979"/>
              <a:gd name="connsiteX0" fmla="*/ 0 w 10953750"/>
              <a:gd name="connsiteY0" fmla="*/ 28575 h 356029"/>
              <a:gd name="connsiteX1" fmla="*/ 10652093 w 10953750"/>
              <a:gd name="connsiteY1" fmla="*/ 0 h 356029"/>
              <a:gd name="connsiteX2" fmla="*/ 10953750 w 10953750"/>
              <a:gd name="connsiteY2" fmla="*/ 356029 h 356029"/>
              <a:gd name="connsiteX3" fmla="*/ 0 w 10953750"/>
              <a:gd name="connsiteY3" fmla="*/ 356029 h 356029"/>
              <a:gd name="connsiteX4" fmla="*/ 0 w 10953750"/>
              <a:gd name="connsiteY4" fmla="*/ 28575 h 356029"/>
              <a:gd name="connsiteX0" fmla="*/ 0 w 10953750"/>
              <a:gd name="connsiteY0" fmla="*/ 5715 h 333169"/>
              <a:gd name="connsiteX1" fmla="*/ 10634300 w 10953750"/>
              <a:gd name="connsiteY1" fmla="*/ 0 h 333169"/>
              <a:gd name="connsiteX2" fmla="*/ 10953750 w 10953750"/>
              <a:gd name="connsiteY2" fmla="*/ 333169 h 333169"/>
              <a:gd name="connsiteX3" fmla="*/ 0 w 10953750"/>
              <a:gd name="connsiteY3" fmla="*/ 333169 h 333169"/>
              <a:gd name="connsiteX4" fmla="*/ 0 w 10953750"/>
              <a:gd name="connsiteY4" fmla="*/ 5715 h 333169"/>
              <a:gd name="connsiteX0" fmla="*/ 0 w 10941856"/>
              <a:gd name="connsiteY0" fmla="*/ 5715 h 344399"/>
              <a:gd name="connsiteX1" fmla="*/ 10634300 w 10941856"/>
              <a:gd name="connsiteY1" fmla="*/ 0 h 344399"/>
              <a:gd name="connsiteX2" fmla="*/ 10941856 w 10941856"/>
              <a:gd name="connsiteY2" fmla="*/ 344399 h 344399"/>
              <a:gd name="connsiteX3" fmla="*/ 0 w 10941856"/>
              <a:gd name="connsiteY3" fmla="*/ 333169 h 344399"/>
              <a:gd name="connsiteX4" fmla="*/ 0 w 10941856"/>
              <a:gd name="connsiteY4" fmla="*/ 5715 h 344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41856" h="344399">
                <a:moveTo>
                  <a:pt x="0" y="5715"/>
                </a:moveTo>
                <a:lnTo>
                  <a:pt x="10634300" y="0"/>
                </a:lnTo>
                <a:lnTo>
                  <a:pt x="10941856" y="344399"/>
                </a:lnTo>
                <a:lnTo>
                  <a:pt x="0" y="333169"/>
                </a:lnTo>
                <a:lnTo>
                  <a:pt x="0" y="5715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43000">
                <a:srgbClr val="C3CFE4"/>
              </a:gs>
              <a:gs pos="100000">
                <a:srgbClr val="3476BE"/>
              </a:gs>
            </a:gsLst>
            <a:lin ang="5400000" scaled="1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6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6599AED-0E3D-42BB-B6EE-260A895AC3F9}"/>
              </a:ext>
            </a:extLst>
          </p:cNvPr>
          <p:cNvSpPr txBox="1"/>
          <p:nvPr userDrawn="1"/>
        </p:nvSpPr>
        <p:spPr>
          <a:xfrm>
            <a:off x="109730" y="7885417"/>
            <a:ext cx="3966641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4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1</a:t>
            </a:r>
            <a:r>
              <a:rPr lang="en-US" altLang="zh-TW" sz="1440" baseline="30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st</a:t>
            </a:r>
            <a:r>
              <a:rPr lang="en-US" altLang="zh-TW" sz="144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 Tier Light Guide Application Company</a:t>
            </a:r>
            <a:endParaRPr lang="zh-TW" altLang="en-US" sz="144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字版面配置區 32">
            <a:extLst>
              <a:ext uri="{FF2B5EF4-FFF2-40B4-BE49-F238E27FC236}">
                <a16:creationId xmlns:a16="http://schemas.microsoft.com/office/drawing/2014/main" id="{9EB7DD93-134A-44F1-84CF-0FC0AB2B46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329798" y="7793689"/>
            <a:ext cx="2018521" cy="461605"/>
          </a:xfrm>
        </p:spPr>
        <p:txBody>
          <a:bodyPr/>
          <a:lstStyle>
            <a:lvl1pPr marL="182880" indent="0" algn="r">
              <a:buFont typeface="Arial" panose="020B0604020202020204" pitchFamily="34" charset="0"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點一下編輯日期</a:t>
            </a:r>
          </a:p>
        </p:txBody>
      </p:sp>
    </p:spTree>
    <p:extLst>
      <p:ext uri="{BB962C8B-B14F-4D97-AF65-F5344CB8AC3E}">
        <p14:creationId xmlns:p14="http://schemas.microsoft.com/office/powerpoint/2010/main" val="32557976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邊形 24">
            <a:extLst>
              <a:ext uri="{FF2B5EF4-FFF2-40B4-BE49-F238E27FC236}">
                <a16:creationId xmlns:a16="http://schemas.microsoft.com/office/drawing/2014/main" id="{0B7B50C2-18C2-47EB-9936-A8021FBF2E9D}"/>
              </a:ext>
            </a:extLst>
          </p:cNvPr>
          <p:cNvSpPr/>
          <p:nvPr userDrawn="1"/>
        </p:nvSpPr>
        <p:spPr>
          <a:xfrm rot="5400000" flipH="1">
            <a:off x="5464561" y="-939416"/>
            <a:ext cx="3701275" cy="14697712"/>
          </a:xfrm>
          <a:custGeom>
            <a:avLst/>
            <a:gdLst>
              <a:gd name="connsiteX0" fmla="*/ 0 w 4127500"/>
              <a:gd name="connsiteY0" fmla="*/ 5143500 h 5143500"/>
              <a:gd name="connsiteX1" fmla="*/ 1031875 w 4127500"/>
              <a:gd name="connsiteY1" fmla="*/ 0 h 5143500"/>
              <a:gd name="connsiteX2" fmla="*/ 4127500 w 4127500"/>
              <a:gd name="connsiteY2" fmla="*/ 0 h 5143500"/>
              <a:gd name="connsiteX3" fmla="*/ 3095625 w 4127500"/>
              <a:gd name="connsiteY3" fmla="*/ 5143500 h 5143500"/>
              <a:gd name="connsiteX4" fmla="*/ 0 w 4127500"/>
              <a:gd name="connsiteY4" fmla="*/ 5143500 h 5143500"/>
              <a:gd name="connsiteX0" fmla="*/ 22225 w 4149725"/>
              <a:gd name="connsiteY0" fmla="*/ 5143500 h 5143500"/>
              <a:gd name="connsiteX1" fmla="*/ 0 w 4149725"/>
              <a:gd name="connsiteY1" fmla="*/ 0 h 5143500"/>
              <a:gd name="connsiteX2" fmla="*/ 4149725 w 4149725"/>
              <a:gd name="connsiteY2" fmla="*/ 0 h 5143500"/>
              <a:gd name="connsiteX3" fmla="*/ 3117850 w 4149725"/>
              <a:gd name="connsiteY3" fmla="*/ 5143500 h 5143500"/>
              <a:gd name="connsiteX4" fmla="*/ 22225 w 4149725"/>
              <a:gd name="connsiteY4" fmla="*/ 5143500 h 5143500"/>
              <a:gd name="connsiteX0" fmla="*/ 22225 w 5254625"/>
              <a:gd name="connsiteY0" fmla="*/ 5143500 h 5143500"/>
              <a:gd name="connsiteX1" fmla="*/ 0 w 5254625"/>
              <a:gd name="connsiteY1" fmla="*/ 0 h 5143500"/>
              <a:gd name="connsiteX2" fmla="*/ 5254625 w 5254625"/>
              <a:gd name="connsiteY2" fmla="*/ 12700 h 5143500"/>
              <a:gd name="connsiteX3" fmla="*/ 3117850 w 5254625"/>
              <a:gd name="connsiteY3" fmla="*/ 5143500 h 5143500"/>
              <a:gd name="connsiteX4" fmla="*/ 22225 w 5254625"/>
              <a:gd name="connsiteY4" fmla="*/ 5143500 h 5143500"/>
              <a:gd name="connsiteX0" fmla="*/ 22225 w 5254625"/>
              <a:gd name="connsiteY0" fmla="*/ 5143500 h 5143500"/>
              <a:gd name="connsiteX1" fmla="*/ 0 w 5254625"/>
              <a:gd name="connsiteY1" fmla="*/ 0 h 5143500"/>
              <a:gd name="connsiteX2" fmla="*/ 5254625 w 5254625"/>
              <a:gd name="connsiteY2" fmla="*/ 12700 h 5143500"/>
              <a:gd name="connsiteX3" fmla="*/ 2965450 w 5254625"/>
              <a:gd name="connsiteY3" fmla="*/ 5143500 h 5143500"/>
              <a:gd name="connsiteX4" fmla="*/ 22225 w 5254625"/>
              <a:gd name="connsiteY4" fmla="*/ 5143500 h 5143500"/>
              <a:gd name="connsiteX0" fmla="*/ 22225 w 5254625"/>
              <a:gd name="connsiteY0" fmla="*/ 5143500 h 5143500"/>
              <a:gd name="connsiteX1" fmla="*/ 0 w 5254625"/>
              <a:gd name="connsiteY1" fmla="*/ 0 h 5143500"/>
              <a:gd name="connsiteX2" fmla="*/ 5254625 w 5254625"/>
              <a:gd name="connsiteY2" fmla="*/ 12700 h 5143500"/>
              <a:gd name="connsiteX3" fmla="*/ 3028950 w 5254625"/>
              <a:gd name="connsiteY3" fmla="*/ 5143500 h 5143500"/>
              <a:gd name="connsiteX4" fmla="*/ 22225 w 5254625"/>
              <a:gd name="connsiteY4" fmla="*/ 5143500 h 5143500"/>
              <a:gd name="connsiteX0" fmla="*/ 60 w 5232460"/>
              <a:gd name="connsiteY0" fmla="*/ 5130800 h 5130800"/>
              <a:gd name="connsiteX1" fmla="*/ 676335 w 5232460"/>
              <a:gd name="connsiteY1" fmla="*/ 0 h 5130800"/>
              <a:gd name="connsiteX2" fmla="*/ 5232460 w 5232460"/>
              <a:gd name="connsiteY2" fmla="*/ 0 h 5130800"/>
              <a:gd name="connsiteX3" fmla="*/ 3006785 w 5232460"/>
              <a:gd name="connsiteY3" fmla="*/ 5130800 h 5130800"/>
              <a:gd name="connsiteX4" fmla="*/ 60 w 5232460"/>
              <a:gd name="connsiteY4" fmla="*/ 5130800 h 5130800"/>
              <a:gd name="connsiteX0" fmla="*/ 365125 w 4556125"/>
              <a:gd name="connsiteY0" fmla="*/ 5156200 h 5156200"/>
              <a:gd name="connsiteX1" fmla="*/ 0 w 4556125"/>
              <a:gd name="connsiteY1" fmla="*/ 0 h 5156200"/>
              <a:gd name="connsiteX2" fmla="*/ 4556125 w 4556125"/>
              <a:gd name="connsiteY2" fmla="*/ 0 h 5156200"/>
              <a:gd name="connsiteX3" fmla="*/ 2330450 w 4556125"/>
              <a:gd name="connsiteY3" fmla="*/ 5130800 h 5156200"/>
              <a:gd name="connsiteX4" fmla="*/ 365125 w 4556125"/>
              <a:gd name="connsiteY4" fmla="*/ 5156200 h 5156200"/>
              <a:gd name="connsiteX0" fmla="*/ 1828 w 4561128"/>
              <a:gd name="connsiteY0" fmla="*/ 5168900 h 5168900"/>
              <a:gd name="connsiteX1" fmla="*/ 5003 w 4561128"/>
              <a:gd name="connsiteY1" fmla="*/ 0 h 5168900"/>
              <a:gd name="connsiteX2" fmla="*/ 4561128 w 4561128"/>
              <a:gd name="connsiteY2" fmla="*/ 0 h 5168900"/>
              <a:gd name="connsiteX3" fmla="*/ 2335453 w 4561128"/>
              <a:gd name="connsiteY3" fmla="*/ 5130800 h 5168900"/>
              <a:gd name="connsiteX4" fmla="*/ 1828 w 4561128"/>
              <a:gd name="connsiteY4" fmla="*/ 5168900 h 5168900"/>
              <a:gd name="connsiteX0" fmla="*/ 60325 w 4619625"/>
              <a:gd name="connsiteY0" fmla="*/ 5181600 h 5181600"/>
              <a:gd name="connsiteX1" fmla="*/ 0 w 4619625"/>
              <a:gd name="connsiteY1" fmla="*/ 0 h 5181600"/>
              <a:gd name="connsiteX2" fmla="*/ 4619625 w 4619625"/>
              <a:gd name="connsiteY2" fmla="*/ 12700 h 5181600"/>
              <a:gd name="connsiteX3" fmla="*/ 2393950 w 4619625"/>
              <a:gd name="connsiteY3" fmla="*/ 5143500 h 5181600"/>
              <a:gd name="connsiteX4" fmla="*/ 60325 w 4619625"/>
              <a:gd name="connsiteY4" fmla="*/ 5181600 h 5181600"/>
              <a:gd name="connsiteX0" fmla="*/ 60325 w 4626713"/>
              <a:gd name="connsiteY0" fmla="*/ 5183077 h 5183077"/>
              <a:gd name="connsiteX1" fmla="*/ 0 w 4626713"/>
              <a:gd name="connsiteY1" fmla="*/ 1477 h 5183077"/>
              <a:gd name="connsiteX2" fmla="*/ 4626713 w 4626713"/>
              <a:gd name="connsiteY2" fmla="*/ 0 h 5183077"/>
              <a:gd name="connsiteX3" fmla="*/ 2393950 w 4626713"/>
              <a:gd name="connsiteY3" fmla="*/ 5144977 h 5183077"/>
              <a:gd name="connsiteX4" fmla="*/ 60325 w 4626713"/>
              <a:gd name="connsiteY4" fmla="*/ 5183077 h 5183077"/>
              <a:gd name="connsiteX0" fmla="*/ 325 w 4566713"/>
              <a:gd name="connsiteY0" fmla="*/ 5196840 h 5196840"/>
              <a:gd name="connsiteX1" fmla="*/ 107640 w 4566713"/>
              <a:gd name="connsiteY1" fmla="*/ 0 h 5196840"/>
              <a:gd name="connsiteX2" fmla="*/ 4566713 w 4566713"/>
              <a:gd name="connsiteY2" fmla="*/ 13763 h 5196840"/>
              <a:gd name="connsiteX3" fmla="*/ 2333950 w 4566713"/>
              <a:gd name="connsiteY3" fmla="*/ 5158740 h 5196840"/>
              <a:gd name="connsiteX4" fmla="*/ 325 w 4566713"/>
              <a:gd name="connsiteY4" fmla="*/ 5196840 h 5196840"/>
              <a:gd name="connsiteX0" fmla="*/ 167005 w 4459073"/>
              <a:gd name="connsiteY0" fmla="*/ 5181600 h 5181600"/>
              <a:gd name="connsiteX1" fmla="*/ 0 w 4459073"/>
              <a:gd name="connsiteY1" fmla="*/ 0 h 5181600"/>
              <a:gd name="connsiteX2" fmla="*/ 4459073 w 4459073"/>
              <a:gd name="connsiteY2" fmla="*/ 13763 h 5181600"/>
              <a:gd name="connsiteX3" fmla="*/ 2226310 w 4459073"/>
              <a:gd name="connsiteY3" fmla="*/ 5158740 h 5181600"/>
              <a:gd name="connsiteX4" fmla="*/ 167005 w 4459073"/>
              <a:gd name="connsiteY4" fmla="*/ 5181600 h 5181600"/>
              <a:gd name="connsiteX0" fmla="*/ 22225 w 4459073"/>
              <a:gd name="connsiteY0" fmla="*/ 5181600 h 5181600"/>
              <a:gd name="connsiteX1" fmla="*/ 0 w 4459073"/>
              <a:gd name="connsiteY1" fmla="*/ 0 h 5181600"/>
              <a:gd name="connsiteX2" fmla="*/ 4459073 w 4459073"/>
              <a:gd name="connsiteY2" fmla="*/ 13763 h 5181600"/>
              <a:gd name="connsiteX3" fmla="*/ 2226310 w 4459073"/>
              <a:gd name="connsiteY3" fmla="*/ 5158740 h 5181600"/>
              <a:gd name="connsiteX4" fmla="*/ 22225 w 4459073"/>
              <a:gd name="connsiteY4" fmla="*/ 5181600 h 5181600"/>
              <a:gd name="connsiteX0" fmla="*/ 22225 w 4459073"/>
              <a:gd name="connsiteY0" fmla="*/ 5181600 h 5181600"/>
              <a:gd name="connsiteX1" fmla="*/ 0 w 4459073"/>
              <a:gd name="connsiteY1" fmla="*/ 0 h 5181600"/>
              <a:gd name="connsiteX2" fmla="*/ 4459073 w 4459073"/>
              <a:gd name="connsiteY2" fmla="*/ 13763 h 5181600"/>
              <a:gd name="connsiteX3" fmla="*/ 2010894 w 4459073"/>
              <a:gd name="connsiteY3" fmla="*/ 5105539 h 5181600"/>
              <a:gd name="connsiteX4" fmla="*/ 22225 w 4459073"/>
              <a:gd name="connsiteY4" fmla="*/ 5181600 h 5181600"/>
              <a:gd name="connsiteX0" fmla="*/ 49 w 5277014"/>
              <a:gd name="connsiteY0" fmla="*/ 4819839 h 5105681"/>
              <a:gd name="connsiteX1" fmla="*/ 817941 w 5277014"/>
              <a:gd name="connsiteY1" fmla="*/ 0 h 5105681"/>
              <a:gd name="connsiteX2" fmla="*/ 5277014 w 5277014"/>
              <a:gd name="connsiteY2" fmla="*/ 13763 h 5105681"/>
              <a:gd name="connsiteX3" fmla="*/ 2828835 w 5277014"/>
              <a:gd name="connsiteY3" fmla="*/ 5105539 h 5105681"/>
              <a:gd name="connsiteX4" fmla="*/ 49 w 5277014"/>
              <a:gd name="connsiteY4" fmla="*/ 4819839 h 5105681"/>
              <a:gd name="connsiteX0" fmla="*/ 43765 w 4459073"/>
              <a:gd name="connsiteY0" fmla="*/ 5112441 h 5112441"/>
              <a:gd name="connsiteX1" fmla="*/ 0 w 4459073"/>
              <a:gd name="connsiteY1" fmla="*/ 0 h 5112441"/>
              <a:gd name="connsiteX2" fmla="*/ 4459073 w 4459073"/>
              <a:gd name="connsiteY2" fmla="*/ 13763 h 5112441"/>
              <a:gd name="connsiteX3" fmla="*/ 2010894 w 4459073"/>
              <a:gd name="connsiteY3" fmla="*/ 5105539 h 5112441"/>
              <a:gd name="connsiteX4" fmla="*/ 43765 w 4459073"/>
              <a:gd name="connsiteY4" fmla="*/ 5112441 h 5112441"/>
              <a:gd name="connsiteX0" fmla="*/ 43765 w 4459073"/>
              <a:gd name="connsiteY0" fmla="*/ 5112441 h 5112441"/>
              <a:gd name="connsiteX1" fmla="*/ 0 w 4459073"/>
              <a:gd name="connsiteY1" fmla="*/ 0 h 5112441"/>
              <a:gd name="connsiteX2" fmla="*/ 4459073 w 4459073"/>
              <a:gd name="connsiteY2" fmla="*/ 13763 h 5112441"/>
              <a:gd name="connsiteX3" fmla="*/ 2010895 w 4459073"/>
              <a:gd name="connsiteY3" fmla="*/ 5105539 h 5112441"/>
              <a:gd name="connsiteX4" fmla="*/ 43765 w 4459073"/>
              <a:gd name="connsiteY4" fmla="*/ 5112441 h 5112441"/>
              <a:gd name="connsiteX0" fmla="*/ 43765 w 4459073"/>
              <a:gd name="connsiteY0" fmla="*/ 5125278 h 5125278"/>
              <a:gd name="connsiteX1" fmla="*/ 0 w 4459073"/>
              <a:gd name="connsiteY1" fmla="*/ 12837 h 5125278"/>
              <a:gd name="connsiteX2" fmla="*/ 4459073 w 4459073"/>
              <a:gd name="connsiteY2" fmla="*/ 0 h 5125278"/>
              <a:gd name="connsiteX3" fmla="*/ 2010895 w 4459073"/>
              <a:gd name="connsiteY3" fmla="*/ 5118376 h 5125278"/>
              <a:gd name="connsiteX4" fmla="*/ 43765 w 4459073"/>
              <a:gd name="connsiteY4" fmla="*/ 5125278 h 5125278"/>
              <a:gd name="connsiteX0" fmla="*/ 43765 w 4459073"/>
              <a:gd name="connsiteY0" fmla="*/ 5125278 h 5134347"/>
              <a:gd name="connsiteX1" fmla="*/ 0 w 4459073"/>
              <a:gd name="connsiteY1" fmla="*/ 12837 h 5134347"/>
              <a:gd name="connsiteX2" fmla="*/ 4459073 w 4459073"/>
              <a:gd name="connsiteY2" fmla="*/ 0 h 5134347"/>
              <a:gd name="connsiteX3" fmla="*/ 1995435 w 4459073"/>
              <a:gd name="connsiteY3" fmla="*/ 5134347 h 5134347"/>
              <a:gd name="connsiteX4" fmla="*/ 43765 w 4459073"/>
              <a:gd name="connsiteY4" fmla="*/ 5125278 h 5134347"/>
              <a:gd name="connsiteX0" fmla="*/ 1874 w 4463564"/>
              <a:gd name="connsiteY0" fmla="*/ 5135926 h 5135926"/>
              <a:gd name="connsiteX1" fmla="*/ 4491 w 4463564"/>
              <a:gd name="connsiteY1" fmla="*/ 12837 h 5135926"/>
              <a:gd name="connsiteX2" fmla="*/ 4463564 w 4463564"/>
              <a:gd name="connsiteY2" fmla="*/ 0 h 5135926"/>
              <a:gd name="connsiteX3" fmla="*/ 1999926 w 4463564"/>
              <a:gd name="connsiteY3" fmla="*/ 5134347 h 5135926"/>
              <a:gd name="connsiteX4" fmla="*/ 1874 w 4463564"/>
              <a:gd name="connsiteY4" fmla="*/ 5135926 h 5135926"/>
              <a:gd name="connsiteX0" fmla="*/ 23977 w 4485667"/>
              <a:gd name="connsiteY0" fmla="*/ 5135926 h 5135926"/>
              <a:gd name="connsiteX1" fmla="*/ 0 w 4485667"/>
              <a:gd name="connsiteY1" fmla="*/ 5536 h 5135926"/>
              <a:gd name="connsiteX2" fmla="*/ 4485667 w 4485667"/>
              <a:gd name="connsiteY2" fmla="*/ 0 h 5135926"/>
              <a:gd name="connsiteX3" fmla="*/ 2022029 w 4485667"/>
              <a:gd name="connsiteY3" fmla="*/ 5134347 h 5135926"/>
              <a:gd name="connsiteX4" fmla="*/ 23977 w 4485667"/>
              <a:gd name="connsiteY4" fmla="*/ 5135926 h 5135926"/>
              <a:gd name="connsiteX0" fmla="*/ 6248 w 4485667"/>
              <a:gd name="connsiteY0" fmla="*/ 5139578 h 5139578"/>
              <a:gd name="connsiteX1" fmla="*/ 0 w 4485667"/>
              <a:gd name="connsiteY1" fmla="*/ 5536 h 5139578"/>
              <a:gd name="connsiteX2" fmla="*/ 4485667 w 4485667"/>
              <a:gd name="connsiteY2" fmla="*/ 0 h 5139578"/>
              <a:gd name="connsiteX3" fmla="*/ 2022029 w 4485667"/>
              <a:gd name="connsiteY3" fmla="*/ 5134347 h 5139578"/>
              <a:gd name="connsiteX4" fmla="*/ 6248 w 4485667"/>
              <a:gd name="connsiteY4" fmla="*/ 5139578 h 5139578"/>
              <a:gd name="connsiteX0" fmla="*/ 988699 w 4485667"/>
              <a:gd name="connsiteY0" fmla="*/ 4953256 h 5134359"/>
              <a:gd name="connsiteX1" fmla="*/ 0 w 4485667"/>
              <a:gd name="connsiteY1" fmla="*/ 5536 h 5134359"/>
              <a:gd name="connsiteX2" fmla="*/ 4485667 w 4485667"/>
              <a:gd name="connsiteY2" fmla="*/ 0 h 5134359"/>
              <a:gd name="connsiteX3" fmla="*/ 2022029 w 4485667"/>
              <a:gd name="connsiteY3" fmla="*/ 5134347 h 5134359"/>
              <a:gd name="connsiteX4" fmla="*/ 988699 w 4485667"/>
              <a:gd name="connsiteY4" fmla="*/ 4953256 h 5134359"/>
              <a:gd name="connsiteX0" fmla="*/ 833575 w 4485667"/>
              <a:gd name="connsiteY0" fmla="*/ 5139577 h 5139577"/>
              <a:gd name="connsiteX1" fmla="*/ 0 w 4485667"/>
              <a:gd name="connsiteY1" fmla="*/ 5536 h 5139577"/>
              <a:gd name="connsiteX2" fmla="*/ 4485667 w 4485667"/>
              <a:gd name="connsiteY2" fmla="*/ 0 h 5139577"/>
              <a:gd name="connsiteX3" fmla="*/ 2022029 w 4485667"/>
              <a:gd name="connsiteY3" fmla="*/ 5134347 h 5139577"/>
              <a:gd name="connsiteX4" fmla="*/ 833575 w 4485667"/>
              <a:gd name="connsiteY4" fmla="*/ 5139577 h 5139577"/>
              <a:gd name="connsiteX0" fmla="*/ 36 w 3652128"/>
              <a:gd name="connsiteY0" fmla="*/ 5139577 h 5139577"/>
              <a:gd name="connsiteX1" fmla="*/ 1105510 w 3652128"/>
              <a:gd name="connsiteY1" fmla="*/ 127976 h 5139577"/>
              <a:gd name="connsiteX2" fmla="*/ 3652128 w 3652128"/>
              <a:gd name="connsiteY2" fmla="*/ 0 h 5139577"/>
              <a:gd name="connsiteX3" fmla="*/ 1188490 w 3652128"/>
              <a:gd name="connsiteY3" fmla="*/ 5134347 h 5139577"/>
              <a:gd name="connsiteX4" fmla="*/ 36 w 3652128"/>
              <a:gd name="connsiteY4" fmla="*/ 5139577 h 5139577"/>
              <a:gd name="connsiteX0" fmla="*/ 1051 w 3653143"/>
              <a:gd name="connsiteY0" fmla="*/ 5139577 h 5139577"/>
              <a:gd name="connsiteX1" fmla="*/ 20658 w 3653143"/>
              <a:gd name="connsiteY1" fmla="*/ 213 h 5139577"/>
              <a:gd name="connsiteX2" fmla="*/ 3653143 w 3653143"/>
              <a:gd name="connsiteY2" fmla="*/ 0 h 5139577"/>
              <a:gd name="connsiteX3" fmla="*/ 1189505 w 3653143"/>
              <a:gd name="connsiteY3" fmla="*/ 5134347 h 5139577"/>
              <a:gd name="connsiteX4" fmla="*/ 1051 w 3653143"/>
              <a:gd name="connsiteY4" fmla="*/ 5139577 h 5139577"/>
              <a:gd name="connsiteX0" fmla="*/ 1051 w 3420457"/>
              <a:gd name="connsiteY0" fmla="*/ 5139364 h 5139364"/>
              <a:gd name="connsiteX1" fmla="*/ 20658 w 3420457"/>
              <a:gd name="connsiteY1" fmla="*/ 0 h 5139364"/>
              <a:gd name="connsiteX2" fmla="*/ 3420457 w 3420457"/>
              <a:gd name="connsiteY2" fmla="*/ 5109 h 5139364"/>
              <a:gd name="connsiteX3" fmla="*/ 1189505 w 3420457"/>
              <a:gd name="connsiteY3" fmla="*/ 5134134 h 5139364"/>
              <a:gd name="connsiteX4" fmla="*/ 1051 w 3420457"/>
              <a:gd name="connsiteY4" fmla="*/ 5139364 h 5139364"/>
              <a:gd name="connsiteX0" fmla="*/ 42 w 4350191"/>
              <a:gd name="connsiteY0" fmla="*/ 5134042 h 5134134"/>
              <a:gd name="connsiteX1" fmla="*/ 950392 w 4350191"/>
              <a:gd name="connsiteY1" fmla="*/ 0 h 5134134"/>
              <a:gd name="connsiteX2" fmla="*/ 4350191 w 4350191"/>
              <a:gd name="connsiteY2" fmla="*/ 5109 h 5134134"/>
              <a:gd name="connsiteX3" fmla="*/ 2119239 w 4350191"/>
              <a:gd name="connsiteY3" fmla="*/ 5134134 h 5134134"/>
              <a:gd name="connsiteX4" fmla="*/ 42 w 4350191"/>
              <a:gd name="connsiteY4" fmla="*/ 5134042 h 5134134"/>
              <a:gd name="connsiteX0" fmla="*/ 32101 w 4382250"/>
              <a:gd name="connsiteY0" fmla="*/ 5134042 h 5134134"/>
              <a:gd name="connsiteX1" fmla="*/ 0 w 4382250"/>
              <a:gd name="connsiteY1" fmla="*/ 0 h 5134134"/>
              <a:gd name="connsiteX2" fmla="*/ 4382250 w 4382250"/>
              <a:gd name="connsiteY2" fmla="*/ 5109 h 5134134"/>
              <a:gd name="connsiteX3" fmla="*/ 2151298 w 4382250"/>
              <a:gd name="connsiteY3" fmla="*/ 5134134 h 5134134"/>
              <a:gd name="connsiteX4" fmla="*/ 32101 w 4382250"/>
              <a:gd name="connsiteY4" fmla="*/ 5134042 h 5134134"/>
              <a:gd name="connsiteX0" fmla="*/ 32101 w 4382250"/>
              <a:gd name="connsiteY0" fmla="*/ 5134042 h 5163519"/>
              <a:gd name="connsiteX1" fmla="*/ 0 w 4382250"/>
              <a:gd name="connsiteY1" fmla="*/ 0 h 5163519"/>
              <a:gd name="connsiteX2" fmla="*/ 4382250 w 4382250"/>
              <a:gd name="connsiteY2" fmla="*/ 5109 h 5163519"/>
              <a:gd name="connsiteX3" fmla="*/ 2151298 w 4382250"/>
              <a:gd name="connsiteY3" fmla="*/ 5134134 h 5163519"/>
              <a:gd name="connsiteX4" fmla="*/ 1840143 w 4382250"/>
              <a:gd name="connsiteY4" fmla="*/ 5163506 h 5163519"/>
              <a:gd name="connsiteX5" fmla="*/ 32101 w 4382250"/>
              <a:gd name="connsiteY5" fmla="*/ 5134042 h 5163519"/>
              <a:gd name="connsiteX0" fmla="*/ 32101 w 4382250"/>
              <a:gd name="connsiteY0" fmla="*/ 5134042 h 5195124"/>
              <a:gd name="connsiteX1" fmla="*/ 0 w 4382250"/>
              <a:gd name="connsiteY1" fmla="*/ 0 h 5195124"/>
              <a:gd name="connsiteX2" fmla="*/ 4382250 w 4382250"/>
              <a:gd name="connsiteY2" fmla="*/ 5109 h 5195124"/>
              <a:gd name="connsiteX3" fmla="*/ 2151298 w 4382250"/>
              <a:gd name="connsiteY3" fmla="*/ 5134134 h 5195124"/>
              <a:gd name="connsiteX4" fmla="*/ 1840144 w 4382250"/>
              <a:gd name="connsiteY4" fmla="*/ 5195118 h 5195124"/>
              <a:gd name="connsiteX5" fmla="*/ 32101 w 4382250"/>
              <a:gd name="connsiteY5" fmla="*/ 5134042 h 5195124"/>
              <a:gd name="connsiteX0" fmla="*/ 32101 w 4382250"/>
              <a:gd name="connsiteY0" fmla="*/ 5134042 h 5143786"/>
              <a:gd name="connsiteX1" fmla="*/ 0 w 4382250"/>
              <a:gd name="connsiteY1" fmla="*/ 0 h 5143786"/>
              <a:gd name="connsiteX2" fmla="*/ 4382250 w 4382250"/>
              <a:gd name="connsiteY2" fmla="*/ 5109 h 5143786"/>
              <a:gd name="connsiteX3" fmla="*/ 2151298 w 4382250"/>
              <a:gd name="connsiteY3" fmla="*/ 5134134 h 5143786"/>
              <a:gd name="connsiteX4" fmla="*/ 1556026 w 4382250"/>
              <a:gd name="connsiteY4" fmla="*/ 5143750 h 5143786"/>
              <a:gd name="connsiteX5" fmla="*/ 32101 w 4382250"/>
              <a:gd name="connsiteY5" fmla="*/ 5134042 h 5143786"/>
              <a:gd name="connsiteX0" fmla="*/ 32101 w 4382250"/>
              <a:gd name="connsiteY0" fmla="*/ 5134042 h 5517789"/>
              <a:gd name="connsiteX1" fmla="*/ 0 w 4382250"/>
              <a:gd name="connsiteY1" fmla="*/ 0 h 5517789"/>
              <a:gd name="connsiteX2" fmla="*/ 4382250 w 4382250"/>
              <a:gd name="connsiteY2" fmla="*/ 5109 h 5517789"/>
              <a:gd name="connsiteX3" fmla="*/ 2151298 w 4382250"/>
              <a:gd name="connsiteY3" fmla="*/ 5134134 h 5517789"/>
              <a:gd name="connsiteX4" fmla="*/ 1556026 w 4382250"/>
              <a:gd name="connsiteY4" fmla="*/ 5143750 h 5517789"/>
              <a:gd name="connsiteX5" fmla="*/ 32101 w 4382250"/>
              <a:gd name="connsiteY5" fmla="*/ 5134042 h 5517789"/>
              <a:gd name="connsiteX0" fmla="*/ 32101 w 4382250"/>
              <a:gd name="connsiteY0" fmla="*/ 5134042 h 5143750"/>
              <a:gd name="connsiteX1" fmla="*/ 0 w 4382250"/>
              <a:gd name="connsiteY1" fmla="*/ 0 h 5143750"/>
              <a:gd name="connsiteX2" fmla="*/ 4382250 w 4382250"/>
              <a:gd name="connsiteY2" fmla="*/ 5109 h 5143750"/>
              <a:gd name="connsiteX3" fmla="*/ 1556026 w 4382250"/>
              <a:gd name="connsiteY3" fmla="*/ 5143750 h 5143750"/>
              <a:gd name="connsiteX4" fmla="*/ 32101 w 4382250"/>
              <a:gd name="connsiteY4" fmla="*/ 5134042 h 5143750"/>
              <a:gd name="connsiteX0" fmla="*/ 32101 w 4382250"/>
              <a:gd name="connsiteY0" fmla="*/ 5134042 h 5134042"/>
              <a:gd name="connsiteX1" fmla="*/ 0 w 4382250"/>
              <a:gd name="connsiteY1" fmla="*/ 0 h 5134042"/>
              <a:gd name="connsiteX2" fmla="*/ 4382250 w 4382250"/>
              <a:gd name="connsiteY2" fmla="*/ 5109 h 5134042"/>
              <a:gd name="connsiteX3" fmla="*/ 2271202 w 4382250"/>
              <a:gd name="connsiteY3" fmla="*/ 5122457 h 5134042"/>
              <a:gd name="connsiteX4" fmla="*/ 32101 w 4382250"/>
              <a:gd name="connsiteY4" fmla="*/ 5134042 h 5134042"/>
              <a:gd name="connsiteX0" fmla="*/ 32101 w 4382250"/>
              <a:gd name="connsiteY0" fmla="*/ 5134042 h 5134042"/>
              <a:gd name="connsiteX1" fmla="*/ 0 w 4382250"/>
              <a:gd name="connsiteY1" fmla="*/ 0 h 5134042"/>
              <a:gd name="connsiteX2" fmla="*/ 4382250 w 4382250"/>
              <a:gd name="connsiteY2" fmla="*/ 5109 h 5134042"/>
              <a:gd name="connsiteX3" fmla="*/ 2855430 w 4382250"/>
              <a:gd name="connsiteY3" fmla="*/ 5122458 h 5134042"/>
              <a:gd name="connsiteX4" fmla="*/ 32101 w 4382250"/>
              <a:gd name="connsiteY4" fmla="*/ 5134042 h 5134042"/>
              <a:gd name="connsiteX0" fmla="*/ 32101 w 4906473"/>
              <a:gd name="connsiteY0" fmla="*/ 5134042 h 5504537"/>
              <a:gd name="connsiteX1" fmla="*/ 0 w 4906473"/>
              <a:gd name="connsiteY1" fmla="*/ 0 h 5504537"/>
              <a:gd name="connsiteX2" fmla="*/ 4906472 w 4906473"/>
              <a:gd name="connsiteY2" fmla="*/ 5109 h 5504537"/>
              <a:gd name="connsiteX3" fmla="*/ 2855430 w 4906473"/>
              <a:gd name="connsiteY3" fmla="*/ 5122458 h 5504537"/>
              <a:gd name="connsiteX4" fmla="*/ 32101 w 4906473"/>
              <a:gd name="connsiteY4" fmla="*/ 5134042 h 5504537"/>
              <a:gd name="connsiteX0" fmla="*/ 32101 w 4906471"/>
              <a:gd name="connsiteY0" fmla="*/ 5134042 h 5504537"/>
              <a:gd name="connsiteX1" fmla="*/ 0 w 4906471"/>
              <a:gd name="connsiteY1" fmla="*/ 0 h 5504537"/>
              <a:gd name="connsiteX2" fmla="*/ 4906472 w 4906471"/>
              <a:gd name="connsiteY2" fmla="*/ 5109 h 5504537"/>
              <a:gd name="connsiteX3" fmla="*/ 2855430 w 4906471"/>
              <a:gd name="connsiteY3" fmla="*/ 5122458 h 5504537"/>
              <a:gd name="connsiteX4" fmla="*/ 32101 w 4906471"/>
              <a:gd name="connsiteY4" fmla="*/ 5134042 h 5504537"/>
              <a:gd name="connsiteX0" fmla="*/ 32101 w 4906473"/>
              <a:gd name="connsiteY0" fmla="*/ 5134042 h 5134042"/>
              <a:gd name="connsiteX1" fmla="*/ 0 w 4906473"/>
              <a:gd name="connsiteY1" fmla="*/ 0 h 5134042"/>
              <a:gd name="connsiteX2" fmla="*/ 4906472 w 4906473"/>
              <a:gd name="connsiteY2" fmla="*/ 5109 h 5134042"/>
              <a:gd name="connsiteX3" fmla="*/ 2855430 w 4906473"/>
              <a:gd name="connsiteY3" fmla="*/ 5122458 h 5134042"/>
              <a:gd name="connsiteX4" fmla="*/ 32101 w 4906473"/>
              <a:gd name="connsiteY4" fmla="*/ 5134042 h 5134042"/>
              <a:gd name="connsiteX0" fmla="*/ 32101 w 4906471"/>
              <a:gd name="connsiteY0" fmla="*/ 5134042 h 5134042"/>
              <a:gd name="connsiteX1" fmla="*/ 0 w 4906471"/>
              <a:gd name="connsiteY1" fmla="*/ 0 h 5134042"/>
              <a:gd name="connsiteX2" fmla="*/ 4906472 w 4906471"/>
              <a:gd name="connsiteY2" fmla="*/ 5109 h 5134042"/>
              <a:gd name="connsiteX3" fmla="*/ 2855430 w 4906471"/>
              <a:gd name="connsiteY3" fmla="*/ 5122458 h 5134042"/>
              <a:gd name="connsiteX4" fmla="*/ 32101 w 4906471"/>
              <a:gd name="connsiteY4" fmla="*/ 5134042 h 5134042"/>
              <a:gd name="connsiteX0" fmla="*/ 32101 w 4906471"/>
              <a:gd name="connsiteY0" fmla="*/ 5134042 h 5134042"/>
              <a:gd name="connsiteX1" fmla="*/ 0 w 4906471"/>
              <a:gd name="connsiteY1" fmla="*/ 0 h 5134042"/>
              <a:gd name="connsiteX2" fmla="*/ 4906472 w 4906471"/>
              <a:gd name="connsiteY2" fmla="*/ 5109 h 5134042"/>
              <a:gd name="connsiteX3" fmla="*/ 2278564 w 4906471"/>
              <a:gd name="connsiteY3" fmla="*/ 5122459 h 5134042"/>
              <a:gd name="connsiteX4" fmla="*/ 32101 w 4906471"/>
              <a:gd name="connsiteY4" fmla="*/ 5134042 h 5134042"/>
              <a:gd name="connsiteX0" fmla="*/ 32101 w 4906471"/>
              <a:gd name="connsiteY0" fmla="*/ 5134042 h 5134042"/>
              <a:gd name="connsiteX1" fmla="*/ 0 w 4906471"/>
              <a:gd name="connsiteY1" fmla="*/ 0 h 5134042"/>
              <a:gd name="connsiteX2" fmla="*/ 4906472 w 4906471"/>
              <a:gd name="connsiteY2" fmla="*/ 5109 h 5134042"/>
              <a:gd name="connsiteX3" fmla="*/ 1855087 w 4906471"/>
              <a:gd name="connsiteY3" fmla="*/ 5127783 h 5134042"/>
              <a:gd name="connsiteX4" fmla="*/ 32101 w 4906471"/>
              <a:gd name="connsiteY4" fmla="*/ 5134042 h 5134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06471" h="5134042">
                <a:moveTo>
                  <a:pt x="32101" y="5134042"/>
                </a:moveTo>
                <a:cubicBezTo>
                  <a:pt x="24693" y="3419542"/>
                  <a:pt x="7408" y="1714500"/>
                  <a:pt x="0" y="0"/>
                </a:cubicBezTo>
                <a:lnTo>
                  <a:pt x="4906472" y="5109"/>
                </a:lnTo>
                <a:lnTo>
                  <a:pt x="1855087" y="5127783"/>
                </a:lnTo>
                <a:lnTo>
                  <a:pt x="32101" y="5134042"/>
                </a:lnTo>
                <a:close/>
              </a:path>
            </a:pathLst>
          </a:custGeom>
          <a:solidFill>
            <a:srgbClr val="3476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987" dirty="0"/>
          </a:p>
        </p:txBody>
      </p:sp>
      <p:pic>
        <p:nvPicPr>
          <p:cNvPr id="13" name="圖片 12" descr="一張含有 文字, 裝置, 控制台 的圖片&#10;&#10;自動產生的描述">
            <a:extLst>
              <a:ext uri="{FF2B5EF4-FFF2-40B4-BE49-F238E27FC236}">
                <a16:creationId xmlns:a16="http://schemas.microsoft.com/office/drawing/2014/main" id="{533B6A42-8CF4-46FD-BCED-B58411B1D5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5427" y="6966481"/>
            <a:ext cx="2285058" cy="834925"/>
          </a:xfrm>
          <a:prstGeom prst="rect">
            <a:avLst/>
          </a:prstGeom>
        </p:spPr>
      </p:pic>
      <p:sp>
        <p:nvSpPr>
          <p:cNvPr id="11" name="Google Shape;40;p4">
            <a:extLst>
              <a:ext uri="{FF2B5EF4-FFF2-40B4-BE49-F238E27FC236}">
                <a16:creationId xmlns:a16="http://schemas.microsoft.com/office/drawing/2014/main" id="{FBFB590C-4495-4B5C-99AB-23C2F4EC214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flipH="1">
            <a:off x="5875020" y="5439669"/>
            <a:ext cx="8358113" cy="165703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432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9pPr>
          </a:lstStyle>
          <a:p>
            <a:endParaRPr dirty="0"/>
          </a:p>
        </p:txBody>
      </p:sp>
      <p:sp>
        <p:nvSpPr>
          <p:cNvPr id="37" name="文字版面配置區 36">
            <a:extLst>
              <a:ext uri="{FF2B5EF4-FFF2-40B4-BE49-F238E27FC236}">
                <a16:creationId xmlns:a16="http://schemas.microsoft.com/office/drawing/2014/main" id="{6CA2A8B7-0E29-4F55-A792-1BA0F68D59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5020" y="7096703"/>
            <a:ext cx="8358113" cy="704702"/>
          </a:xfrm>
        </p:spPr>
        <p:txBody>
          <a:bodyPr/>
          <a:lstStyle>
            <a:lvl1pPr algn="r">
              <a:buNone/>
              <a:defRPr sz="2640" b="1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/>
            <a:r>
              <a:rPr lang="zh-TW" altLang="en-US" dirty="0"/>
              <a:t>按一下編輯作者</a:t>
            </a:r>
          </a:p>
        </p:txBody>
      </p:sp>
    </p:spTree>
    <p:extLst>
      <p:ext uri="{BB962C8B-B14F-4D97-AF65-F5344CB8AC3E}">
        <p14:creationId xmlns:p14="http://schemas.microsoft.com/office/powerpoint/2010/main" val="2911343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邊形 24">
            <a:extLst>
              <a:ext uri="{FF2B5EF4-FFF2-40B4-BE49-F238E27FC236}">
                <a16:creationId xmlns:a16="http://schemas.microsoft.com/office/drawing/2014/main" id="{0B7B50C2-18C2-47EB-9936-A8021FBF2E9D}"/>
              </a:ext>
            </a:extLst>
          </p:cNvPr>
          <p:cNvSpPr/>
          <p:nvPr userDrawn="1"/>
        </p:nvSpPr>
        <p:spPr>
          <a:xfrm rot="5400000" flipH="1">
            <a:off x="5430907" y="-825116"/>
            <a:ext cx="3701275" cy="14697712"/>
          </a:xfrm>
          <a:custGeom>
            <a:avLst/>
            <a:gdLst>
              <a:gd name="connsiteX0" fmla="*/ 0 w 4127500"/>
              <a:gd name="connsiteY0" fmla="*/ 5143500 h 5143500"/>
              <a:gd name="connsiteX1" fmla="*/ 1031875 w 4127500"/>
              <a:gd name="connsiteY1" fmla="*/ 0 h 5143500"/>
              <a:gd name="connsiteX2" fmla="*/ 4127500 w 4127500"/>
              <a:gd name="connsiteY2" fmla="*/ 0 h 5143500"/>
              <a:gd name="connsiteX3" fmla="*/ 3095625 w 4127500"/>
              <a:gd name="connsiteY3" fmla="*/ 5143500 h 5143500"/>
              <a:gd name="connsiteX4" fmla="*/ 0 w 4127500"/>
              <a:gd name="connsiteY4" fmla="*/ 5143500 h 5143500"/>
              <a:gd name="connsiteX0" fmla="*/ 22225 w 4149725"/>
              <a:gd name="connsiteY0" fmla="*/ 5143500 h 5143500"/>
              <a:gd name="connsiteX1" fmla="*/ 0 w 4149725"/>
              <a:gd name="connsiteY1" fmla="*/ 0 h 5143500"/>
              <a:gd name="connsiteX2" fmla="*/ 4149725 w 4149725"/>
              <a:gd name="connsiteY2" fmla="*/ 0 h 5143500"/>
              <a:gd name="connsiteX3" fmla="*/ 3117850 w 4149725"/>
              <a:gd name="connsiteY3" fmla="*/ 5143500 h 5143500"/>
              <a:gd name="connsiteX4" fmla="*/ 22225 w 4149725"/>
              <a:gd name="connsiteY4" fmla="*/ 5143500 h 5143500"/>
              <a:gd name="connsiteX0" fmla="*/ 22225 w 5254625"/>
              <a:gd name="connsiteY0" fmla="*/ 5143500 h 5143500"/>
              <a:gd name="connsiteX1" fmla="*/ 0 w 5254625"/>
              <a:gd name="connsiteY1" fmla="*/ 0 h 5143500"/>
              <a:gd name="connsiteX2" fmla="*/ 5254625 w 5254625"/>
              <a:gd name="connsiteY2" fmla="*/ 12700 h 5143500"/>
              <a:gd name="connsiteX3" fmla="*/ 3117850 w 5254625"/>
              <a:gd name="connsiteY3" fmla="*/ 5143500 h 5143500"/>
              <a:gd name="connsiteX4" fmla="*/ 22225 w 5254625"/>
              <a:gd name="connsiteY4" fmla="*/ 5143500 h 5143500"/>
              <a:gd name="connsiteX0" fmla="*/ 22225 w 5254625"/>
              <a:gd name="connsiteY0" fmla="*/ 5143500 h 5143500"/>
              <a:gd name="connsiteX1" fmla="*/ 0 w 5254625"/>
              <a:gd name="connsiteY1" fmla="*/ 0 h 5143500"/>
              <a:gd name="connsiteX2" fmla="*/ 5254625 w 5254625"/>
              <a:gd name="connsiteY2" fmla="*/ 12700 h 5143500"/>
              <a:gd name="connsiteX3" fmla="*/ 2965450 w 5254625"/>
              <a:gd name="connsiteY3" fmla="*/ 5143500 h 5143500"/>
              <a:gd name="connsiteX4" fmla="*/ 22225 w 5254625"/>
              <a:gd name="connsiteY4" fmla="*/ 5143500 h 5143500"/>
              <a:gd name="connsiteX0" fmla="*/ 22225 w 5254625"/>
              <a:gd name="connsiteY0" fmla="*/ 5143500 h 5143500"/>
              <a:gd name="connsiteX1" fmla="*/ 0 w 5254625"/>
              <a:gd name="connsiteY1" fmla="*/ 0 h 5143500"/>
              <a:gd name="connsiteX2" fmla="*/ 5254625 w 5254625"/>
              <a:gd name="connsiteY2" fmla="*/ 12700 h 5143500"/>
              <a:gd name="connsiteX3" fmla="*/ 3028950 w 5254625"/>
              <a:gd name="connsiteY3" fmla="*/ 5143500 h 5143500"/>
              <a:gd name="connsiteX4" fmla="*/ 22225 w 5254625"/>
              <a:gd name="connsiteY4" fmla="*/ 5143500 h 5143500"/>
              <a:gd name="connsiteX0" fmla="*/ 60 w 5232460"/>
              <a:gd name="connsiteY0" fmla="*/ 5130800 h 5130800"/>
              <a:gd name="connsiteX1" fmla="*/ 676335 w 5232460"/>
              <a:gd name="connsiteY1" fmla="*/ 0 h 5130800"/>
              <a:gd name="connsiteX2" fmla="*/ 5232460 w 5232460"/>
              <a:gd name="connsiteY2" fmla="*/ 0 h 5130800"/>
              <a:gd name="connsiteX3" fmla="*/ 3006785 w 5232460"/>
              <a:gd name="connsiteY3" fmla="*/ 5130800 h 5130800"/>
              <a:gd name="connsiteX4" fmla="*/ 60 w 5232460"/>
              <a:gd name="connsiteY4" fmla="*/ 5130800 h 5130800"/>
              <a:gd name="connsiteX0" fmla="*/ 365125 w 4556125"/>
              <a:gd name="connsiteY0" fmla="*/ 5156200 h 5156200"/>
              <a:gd name="connsiteX1" fmla="*/ 0 w 4556125"/>
              <a:gd name="connsiteY1" fmla="*/ 0 h 5156200"/>
              <a:gd name="connsiteX2" fmla="*/ 4556125 w 4556125"/>
              <a:gd name="connsiteY2" fmla="*/ 0 h 5156200"/>
              <a:gd name="connsiteX3" fmla="*/ 2330450 w 4556125"/>
              <a:gd name="connsiteY3" fmla="*/ 5130800 h 5156200"/>
              <a:gd name="connsiteX4" fmla="*/ 365125 w 4556125"/>
              <a:gd name="connsiteY4" fmla="*/ 5156200 h 5156200"/>
              <a:gd name="connsiteX0" fmla="*/ 1828 w 4561128"/>
              <a:gd name="connsiteY0" fmla="*/ 5168900 h 5168900"/>
              <a:gd name="connsiteX1" fmla="*/ 5003 w 4561128"/>
              <a:gd name="connsiteY1" fmla="*/ 0 h 5168900"/>
              <a:gd name="connsiteX2" fmla="*/ 4561128 w 4561128"/>
              <a:gd name="connsiteY2" fmla="*/ 0 h 5168900"/>
              <a:gd name="connsiteX3" fmla="*/ 2335453 w 4561128"/>
              <a:gd name="connsiteY3" fmla="*/ 5130800 h 5168900"/>
              <a:gd name="connsiteX4" fmla="*/ 1828 w 4561128"/>
              <a:gd name="connsiteY4" fmla="*/ 5168900 h 5168900"/>
              <a:gd name="connsiteX0" fmla="*/ 60325 w 4619625"/>
              <a:gd name="connsiteY0" fmla="*/ 5181600 h 5181600"/>
              <a:gd name="connsiteX1" fmla="*/ 0 w 4619625"/>
              <a:gd name="connsiteY1" fmla="*/ 0 h 5181600"/>
              <a:gd name="connsiteX2" fmla="*/ 4619625 w 4619625"/>
              <a:gd name="connsiteY2" fmla="*/ 12700 h 5181600"/>
              <a:gd name="connsiteX3" fmla="*/ 2393950 w 4619625"/>
              <a:gd name="connsiteY3" fmla="*/ 5143500 h 5181600"/>
              <a:gd name="connsiteX4" fmla="*/ 60325 w 4619625"/>
              <a:gd name="connsiteY4" fmla="*/ 5181600 h 5181600"/>
              <a:gd name="connsiteX0" fmla="*/ 60325 w 4626713"/>
              <a:gd name="connsiteY0" fmla="*/ 5183077 h 5183077"/>
              <a:gd name="connsiteX1" fmla="*/ 0 w 4626713"/>
              <a:gd name="connsiteY1" fmla="*/ 1477 h 5183077"/>
              <a:gd name="connsiteX2" fmla="*/ 4626713 w 4626713"/>
              <a:gd name="connsiteY2" fmla="*/ 0 h 5183077"/>
              <a:gd name="connsiteX3" fmla="*/ 2393950 w 4626713"/>
              <a:gd name="connsiteY3" fmla="*/ 5144977 h 5183077"/>
              <a:gd name="connsiteX4" fmla="*/ 60325 w 4626713"/>
              <a:gd name="connsiteY4" fmla="*/ 5183077 h 5183077"/>
              <a:gd name="connsiteX0" fmla="*/ 325 w 4566713"/>
              <a:gd name="connsiteY0" fmla="*/ 5196840 h 5196840"/>
              <a:gd name="connsiteX1" fmla="*/ 107640 w 4566713"/>
              <a:gd name="connsiteY1" fmla="*/ 0 h 5196840"/>
              <a:gd name="connsiteX2" fmla="*/ 4566713 w 4566713"/>
              <a:gd name="connsiteY2" fmla="*/ 13763 h 5196840"/>
              <a:gd name="connsiteX3" fmla="*/ 2333950 w 4566713"/>
              <a:gd name="connsiteY3" fmla="*/ 5158740 h 5196840"/>
              <a:gd name="connsiteX4" fmla="*/ 325 w 4566713"/>
              <a:gd name="connsiteY4" fmla="*/ 5196840 h 5196840"/>
              <a:gd name="connsiteX0" fmla="*/ 167005 w 4459073"/>
              <a:gd name="connsiteY0" fmla="*/ 5181600 h 5181600"/>
              <a:gd name="connsiteX1" fmla="*/ 0 w 4459073"/>
              <a:gd name="connsiteY1" fmla="*/ 0 h 5181600"/>
              <a:gd name="connsiteX2" fmla="*/ 4459073 w 4459073"/>
              <a:gd name="connsiteY2" fmla="*/ 13763 h 5181600"/>
              <a:gd name="connsiteX3" fmla="*/ 2226310 w 4459073"/>
              <a:gd name="connsiteY3" fmla="*/ 5158740 h 5181600"/>
              <a:gd name="connsiteX4" fmla="*/ 167005 w 4459073"/>
              <a:gd name="connsiteY4" fmla="*/ 5181600 h 5181600"/>
              <a:gd name="connsiteX0" fmla="*/ 22225 w 4459073"/>
              <a:gd name="connsiteY0" fmla="*/ 5181600 h 5181600"/>
              <a:gd name="connsiteX1" fmla="*/ 0 w 4459073"/>
              <a:gd name="connsiteY1" fmla="*/ 0 h 5181600"/>
              <a:gd name="connsiteX2" fmla="*/ 4459073 w 4459073"/>
              <a:gd name="connsiteY2" fmla="*/ 13763 h 5181600"/>
              <a:gd name="connsiteX3" fmla="*/ 2226310 w 4459073"/>
              <a:gd name="connsiteY3" fmla="*/ 5158740 h 5181600"/>
              <a:gd name="connsiteX4" fmla="*/ 22225 w 4459073"/>
              <a:gd name="connsiteY4" fmla="*/ 5181600 h 5181600"/>
              <a:gd name="connsiteX0" fmla="*/ 22225 w 4459073"/>
              <a:gd name="connsiteY0" fmla="*/ 5181600 h 5181600"/>
              <a:gd name="connsiteX1" fmla="*/ 0 w 4459073"/>
              <a:gd name="connsiteY1" fmla="*/ 0 h 5181600"/>
              <a:gd name="connsiteX2" fmla="*/ 4459073 w 4459073"/>
              <a:gd name="connsiteY2" fmla="*/ 13763 h 5181600"/>
              <a:gd name="connsiteX3" fmla="*/ 2010894 w 4459073"/>
              <a:gd name="connsiteY3" fmla="*/ 5105539 h 5181600"/>
              <a:gd name="connsiteX4" fmla="*/ 22225 w 4459073"/>
              <a:gd name="connsiteY4" fmla="*/ 5181600 h 5181600"/>
              <a:gd name="connsiteX0" fmla="*/ 49 w 5277014"/>
              <a:gd name="connsiteY0" fmla="*/ 4819839 h 5105681"/>
              <a:gd name="connsiteX1" fmla="*/ 817941 w 5277014"/>
              <a:gd name="connsiteY1" fmla="*/ 0 h 5105681"/>
              <a:gd name="connsiteX2" fmla="*/ 5277014 w 5277014"/>
              <a:gd name="connsiteY2" fmla="*/ 13763 h 5105681"/>
              <a:gd name="connsiteX3" fmla="*/ 2828835 w 5277014"/>
              <a:gd name="connsiteY3" fmla="*/ 5105539 h 5105681"/>
              <a:gd name="connsiteX4" fmla="*/ 49 w 5277014"/>
              <a:gd name="connsiteY4" fmla="*/ 4819839 h 5105681"/>
              <a:gd name="connsiteX0" fmla="*/ 43765 w 4459073"/>
              <a:gd name="connsiteY0" fmla="*/ 5112441 h 5112441"/>
              <a:gd name="connsiteX1" fmla="*/ 0 w 4459073"/>
              <a:gd name="connsiteY1" fmla="*/ 0 h 5112441"/>
              <a:gd name="connsiteX2" fmla="*/ 4459073 w 4459073"/>
              <a:gd name="connsiteY2" fmla="*/ 13763 h 5112441"/>
              <a:gd name="connsiteX3" fmla="*/ 2010894 w 4459073"/>
              <a:gd name="connsiteY3" fmla="*/ 5105539 h 5112441"/>
              <a:gd name="connsiteX4" fmla="*/ 43765 w 4459073"/>
              <a:gd name="connsiteY4" fmla="*/ 5112441 h 5112441"/>
              <a:gd name="connsiteX0" fmla="*/ 43765 w 4459073"/>
              <a:gd name="connsiteY0" fmla="*/ 5112441 h 5112441"/>
              <a:gd name="connsiteX1" fmla="*/ 0 w 4459073"/>
              <a:gd name="connsiteY1" fmla="*/ 0 h 5112441"/>
              <a:gd name="connsiteX2" fmla="*/ 4459073 w 4459073"/>
              <a:gd name="connsiteY2" fmla="*/ 13763 h 5112441"/>
              <a:gd name="connsiteX3" fmla="*/ 2010895 w 4459073"/>
              <a:gd name="connsiteY3" fmla="*/ 5105539 h 5112441"/>
              <a:gd name="connsiteX4" fmla="*/ 43765 w 4459073"/>
              <a:gd name="connsiteY4" fmla="*/ 5112441 h 5112441"/>
              <a:gd name="connsiteX0" fmla="*/ 43765 w 4459073"/>
              <a:gd name="connsiteY0" fmla="*/ 5125278 h 5125278"/>
              <a:gd name="connsiteX1" fmla="*/ 0 w 4459073"/>
              <a:gd name="connsiteY1" fmla="*/ 12837 h 5125278"/>
              <a:gd name="connsiteX2" fmla="*/ 4459073 w 4459073"/>
              <a:gd name="connsiteY2" fmla="*/ 0 h 5125278"/>
              <a:gd name="connsiteX3" fmla="*/ 2010895 w 4459073"/>
              <a:gd name="connsiteY3" fmla="*/ 5118376 h 5125278"/>
              <a:gd name="connsiteX4" fmla="*/ 43765 w 4459073"/>
              <a:gd name="connsiteY4" fmla="*/ 5125278 h 5125278"/>
              <a:gd name="connsiteX0" fmla="*/ 43765 w 4459073"/>
              <a:gd name="connsiteY0" fmla="*/ 5125278 h 5134347"/>
              <a:gd name="connsiteX1" fmla="*/ 0 w 4459073"/>
              <a:gd name="connsiteY1" fmla="*/ 12837 h 5134347"/>
              <a:gd name="connsiteX2" fmla="*/ 4459073 w 4459073"/>
              <a:gd name="connsiteY2" fmla="*/ 0 h 5134347"/>
              <a:gd name="connsiteX3" fmla="*/ 1995435 w 4459073"/>
              <a:gd name="connsiteY3" fmla="*/ 5134347 h 5134347"/>
              <a:gd name="connsiteX4" fmla="*/ 43765 w 4459073"/>
              <a:gd name="connsiteY4" fmla="*/ 5125278 h 5134347"/>
              <a:gd name="connsiteX0" fmla="*/ 1874 w 4463564"/>
              <a:gd name="connsiteY0" fmla="*/ 5135926 h 5135926"/>
              <a:gd name="connsiteX1" fmla="*/ 4491 w 4463564"/>
              <a:gd name="connsiteY1" fmla="*/ 12837 h 5135926"/>
              <a:gd name="connsiteX2" fmla="*/ 4463564 w 4463564"/>
              <a:gd name="connsiteY2" fmla="*/ 0 h 5135926"/>
              <a:gd name="connsiteX3" fmla="*/ 1999926 w 4463564"/>
              <a:gd name="connsiteY3" fmla="*/ 5134347 h 5135926"/>
              <a:gd name="connsiteX4" fmla="*/ 1874 w 4463564"/>
              <a:gd name="connsiteY4" fmla="*/ 5135926 h 5135926"/>
              <a:gd name="connsiteX0" fmla="*/ 23977 w 4485667"/>
              <a:gd name="connsiteY0" fmla="*/ 5135926 h 5135926"/>
              <a:gd name="connsiteX1" fmla="*/ 0 w 4485667"/>
              <a:gd name="connsiteY1" fmla="*/ 5536 h 5135926"/>
              <a:gd name="connsiteX2" fmla="*/ 4485667 w 4485667"/>
              <a:gd name="connsiteY2" fmla="*/ 0 h 5135926"/>
              <a:gd name="connsiteX3" fmla="*/ 2022029 w 4485667"/>
              <a:gd name="connsiteY3" fmla="*/ 5134347 h 5135926"/>
              <a:gd name="connsiteX4" fmla="*/ 23977 w 4485667"/>
              <a:gd name="connsiteY4" fmla="*/ 5135926 h 5135926"/>
              <a:gd name="connsiteX0" fmla="*/ 6248 w 4485667"/>
              <a:gd name="connsiteY0" fmla="*/ 5139578 h 5139578"/>
              <a:gd name="connsiteX1" fmla="*/ 0 w 4485667"/>
              <a:gd name="connsiteY1" fmla="*/ 5536 h 5139578"/>
              <a:gd name="connsiteX2" fmla="*/ 4485667 w 4485667"/>
              <a:gd name="connsiteY2" fmla="*/ 0 h 5139578"/>
              <a:gd name="connsiteX3" fmla="*/ 2022029 w 4485667"/>
              <a:gd name="connsiteY3" fmla="*/ 5134347 h 5139578"/>
              <a:gd name="connsiteX4" fmla="*/ 6248 w 4485667"/>
              <a:gd name="connsiteY4" fmla="*/ 5139578 h 5139578"/>
              <a:gd name="connsiteX0" fmla="*/ 988699 w 4485667"/>
              <a:gd name="connsiteY0" fmla="*/ 4953256 h 5134359"/>
              <a:gd name="connsiteX1" fmla="*/ 0 w 4485667"/>
              <a:gd name="connsiteY1" fmla="*/ 5536 h 5134359"/>
              <a:gd name="connsiteX2" fmla="*/ 4485667 w 4485667"/>
              <a:gd name="connsiteY2" fmla="*/ 0 h 5134359"/>
              <a:gd name="connsiteX3" fmla="*/ 2022029 w 4485667"/>
              <a:gd name="connsiteY3" fmla="*/ 5134347 h 5134359"/>
              <a:gd name="connsiteX4" fmla="*/ 988699 w 4485667"/>
              <a:gd name="connsiteY4" fmla="*/ 4953256 h 5134359"/>
              <a:gd name="connsiteX0" fmla="*/ 833575 w 4485667"/>
              <a:gd name="connsiteY0" fmla="*/ 5139577 h 5139577"/>
              <a:gd name="connsiteX1" fmla="*/ 0 w 4485667"/>
              <a:gd name="connsiteY1" fmla="*/ 5536 h 5139577"/>
              <a:gd name="connsiteX2" fmla="*/ 4485667 w 4485667"/>
              <a:gd name="connsiteY2" fmla="*/ 0 h 5139577"/>
              <a:gd name="connsiteX3" fmla="*/ 2022029 w 4485667"/>
              <a:gd name="connsiteY3" fmla="*/ 5134347 h 5139577"/>
              <a:gd name="connsiteX4" fmla="*/ 833575 w 4485667"/>
              <a:gd name="connsiteY4" fmla="*/ 5139577 h 5139577"/>
              <a:gd name="connsiteX0" fmla="*/ 36 w 3652128"/>
              <a:gd name="connsiteY0" fmla="*/ 5139577 h 5139577"/>
              <a:gd name="connsiteX1" fmla="*/ 1105510 w 3652128"/>
              <a:gd name="connsiteY1" fmla="*/ 127976 h 5139577"/>
              <a:gd name="connsiteX2" fmla="*/ 3652128 w 3652128"/>
              <a:gd name="connsiteY2" fmla="*/ 0 h 5139577"/>
              <a:gd name="connsiteX3" fmla="*/ 1188490 w 3652128"/>
              <a:gd name="connsiteY3" fmla="*/ 5134347 h 5139577"/>
              <a:gd name="connsiteX4" fmla="*/ 36 w 3652128"/>
              <a:gd name="connsiteY4" fmla="*/ 5139577 h 5139577"/>
              <a:gd name="connsiteX0" fmla="*/ 1051 w 3653143"/>
              <a:gd name="connsiteY0" fmla="*/ 5139577 h 5139577"/>
              <a:gd name="connsiteX1" fmla="*/ 20658 w 3653143"/>
              <a:gd name="connsiteY1" fmla="*/ 213 h 5139577"/>
              <a:gd name="connsiteX2" fmla="*/ 3653143 w 3653143"/>
              <a:gd name="connsiteY2" fmla="*/ 0 h 5139577"/>
              <a:gd name="connsiteX3" fmla="*/ 1189505 w 3653143"/>
              <a:gd name="connsiteY3" fmla="*/ 5134347 h 5139577"/>
              <a:gd name="connsiteX4" fmla="*/ 1051 w 3653143"/>
              <a:gd name="connsiteY4" fmla="*/ 5139577 h 5139577"/>
              <a:gd name="connsiteX0" fmla="*/ 1051 w 3420457"/>
              <a:gd name="connsiteY0" fmla="*/ 5139364 h 5139364"/>
              <a:gd name="connsiteX1" fmla="*/ 20658 w 3420457"/>
              <a:gd name="connsiteY1" fmla="*/ 0 h 5139364"/>
              <a:gd name="connsiteX2" fmla="*/ 3420457 w 3420457"/>
              <a:gd name="connsiteY2" fmla="*/ 5109 h 5139364"/>
              <a:gd name="connsiteX3" fmla="*/ 1189505 w 3420457"/>
              <a:gd name="connsiteY3" fmla="*/ 5134134 h 5139364"/>
              <a:gd name="connsiteX4" fmla="*/ 1051 w 3420457"/>
              <a:gd name="connsiteY4" fmla="*/ 5139364 h 5139364"/>
              <a:gd name="connsiteX0" fmla="*/ 42 w 4350191"/>
              <a:gd name="connsiteY0" fmla="*/ 5134042 h 5134134"/>
              <a:gd name="connsiteX1" fmla="*/ 950392 w 4350191"/>
              <a:gd name="connsiteY1" fmla="*/ 0 h 5134134"/>
              <a:gd name="connsiteX2" fmla="*/ 4350191 w 4350191"/>
              <a:gd name="connsiteY2" fmla="*/ 5109 h 5134134"/>
              <a:gd name="connsiteX3" fmla="*/ 2119239 w 4350191"/>
              <a:gd name="connsiteY3" fmla="*/ 5134134 h 5134134"/>
              <a:gd name="connsiteX4" fmla="*/ 42 w 4350191"/>
              <a:gd name="connsiteY4" fmla="*/ 5134042 h 5134134"/>
              <a:gd name="connsiteX0" fmla="*/ 32101 w 4382250"/>
              <a:gd name="connsiteY0" fmla="*/ 5134042 h 5134134"/>
              <a:gd name="connsiteX1" fmla="*/ 0 w 4382250"/>
              <a:gd name="connsiteY1" fmla="*/ 0 h 5134134"/>
              <a:gd name="connsiteX2" fmla="*/ 4382250 w 4382250"/>
              <a:gd name="connsiteY2" fmla="*/ 5109 h 5134134"/>
              <a:gd name="connsiteX3" fmla="*/ 2151298 w 4382250"/>
              <a:gd name="connsiteY3" fmla="*/ 5134134 h 5134134"/>
              <a:gd name="connsiteX4" fmla="*/ 32101 w 4382250"/>
              <a:gd name="connsiteY4" fmla="*/ 5134042 h 5134134"/>
              <a:gd name="connsiteX0" fmla="*/ 32101 w 4382250"/>
              <a:gd name="connsiteY0" fmla="*/ 5134042 h 5163519"/>
              <a:gd name="connsiteX1" fmla="*/ 0 w 4382250"/>
              <a:gd name="connsiteY1" fmla="*/ 0 h 5163519"/>
              <a:gd name="connsiteX2" fmla="*/ 4382250 w 4382250"/>
              <a:gd name="connsiteY2" fmla="*/ 5109 h 5163519"/>
              <a:gd name="connsiteX3" fmla="*/ 2151298 w 4382250"/>
              <a:gd name="connsiteY3" fmla="*/ 5134134 h 5163519"/>
              <a:gd name="connsiteX4" fmla="*/ 1840143 w 4382250"/>
              <a:gd name="connsiteY4" fmla="*/ 5163506 h 5163519"/>
              <a:gd name="connsiteX5" fmla="*/ 32101 w 4382250"/>
              <a:gd name="connsiteY5" fmla="*/ 5134042 h 5163519"/>
              <a:gd name="connsiteX0" fmla="*/ 32101 w 4382250"/>
              <a:gd name="connsiteY0" fmla="*/ 5134042 h 5195124"/>
              <a:gd name="connsiteX1" fmla="*/ 0 w 4382250"/>
              <a:gd name="connsiteY1" fmla="*/ 0 h 5195124"/>
              <a:gd name="connsiteX2" fmla="*/ 4382250 w 4382250"/>
              <a:gd name="connsiteY2" fmla="*/ 5109 h 5195124"/>
              <a:gd name="connsiteX3" fmla="*/ 2151298 w 4382250"/>
              <a:gd name="connsiteY3" fmla="*/ 5134134 h 5195124"/>
              <a:gd name="connsiteX4" fmla="*/ 1840144 w 4382250"/>
              <a:gd name="connsiteY4" fmla="*/ 5195118 h 5195124"/>
              <a:gd name="connsiteX5" fmla="*/ 32101 w 4382250"/>
              <a:gd name="connsiteY5" fmla="*/ 5134042 h 5195124"/>
              <a:gd name="connsiteX0" fmla="*/ 32101 w 4382250"/>
              <a:gd name="connsiteY0" fmla="*/ 5134042 h 5143786"/>
              <a:gd name="connsiteX1" fmla="*/ 0 w 4382250"/>
              <a:gd name="connsiteY1" fmla="*/ 0 h 5143786"/>
              <a:gd name="connsiteX2" fmla="*/ 4382250 w 4382250"/>
              <a:gd name="connsiteY2" fmla="*/ 5109 h 5143786"/>
              <a:gd name="connsiteX3" fmla="*/ 2151298 w 4382250"/>
              <a:gd name="connsiteY3" fmla="*/ 5134134 h 5143786"/>
              <a:gd name="connsiteX4" fmla="*/ 1556026 w 4382250"/>
              <a:gd name="connsiteY4" fmla="*/ 5143750 h 5143786"/>
              <a:gd name="connsiteX5" fmla="*/ 32101 w 4382250"/>
              <a:gd name="connsiteY5" fmla="*/ 5134042 h 5143786"/>
              <a:gd name="connsiteX0" fmla="*/ 32101 w 4382250"/>
              <a:gd name="connsiteY0" fmla="*/ 5134042 h 5517789"/>
              <a:gd name="connsiteX1" fmla="*/ 0 w 4382250"/>
              <a:gd name="connsiteY1" fmla="*/ 0 h 5517789"/>
              <a:gd name="connsiteX2" fmla="*/ 4382250 w 4382250"/>
              <a:gd name="connsiteY2" fmla="*/ 5109 h 5517789"/>
              <a:gd name="connsiteX3" fmla="*/ 2151298 w 4382250"/>
              <a:gd name="connsiteY3" fmla="*/ 5134134 h 5517789"/>
              <a:gd name="connsiteX4" fmla="*/ 1556026 w 4382250"/>
              <a:gd name="connsiteY4" fmla="*/ 5143750 h 5517789"/>
              <a:gd name="connsiteX5" fmla="*/ 32101 w 4382250"/>
              <a:gd name="connsiteY5" fmla="*/ 5134042 h 5517789"/>
              <a:gd name="connsiteX0" fmla="*/ 32101 w 4382250"/>
              <a:gd name="connsiteY0" fmla="*/ 5134042 h 5143750"/>
              <a:gd name="connsiteX1" fmla="*/ 0 w 4382250"/>
              <a:gd name="connsiteY1" fmla="*/ 0 h 5143750"/>
              <a:gd name="connsiteX2" fmla="*/ 4382250 w 4382250"/>
              <a:gd name="connsiteY2" fmla="*/ 5109 h 5143750"/>
              <a:gd name="connsiteX3" fmla="*/ 1556026 w 4382250"/>
              <a:gd name="connsiteY3" fmla="*/ 5143750 h 5143750"/>
              <a:gd name="connsiteX4" fmla="*/ 32101 w 4382250"/>
              <a:gd name="connsiteY4" fmla="*/ 5134042 h 5143750"/>
              <a:gd name="connsiteX0" fmla="*/ 32101 w 4382250"/>
              <a:gd name="connsiteY0" fmla="*/ 5134042 h 5134042"/>
              <a:gd name="connsiteX1" fmla="*/ 0 w 4382250"/>
              <a:gd name="connsiteY1" fmla="*/ 0 h 5134042"/>
              <a:gd name="connsiteX2" fmla="*/ 4382250 w 4382250"/>
              <a:gd name="connsiteY2" fmla="*/ 5109 h 5134042"/>
              <a:gd name="connsiteX3" fmla="*/ 2271202 w 4382250"/>
              <a:gd name="connsiteY3" fmla="*/ 5122457 h 5134042"/>
              <a:gd name="connsiteX4" fmla="*/ 32101 w 4382250"/>
              <a:gd name="connsiteY4" fmla="*/ 5134042 h 5134042"/>
              <a:gd name="connsiteX0" fmla="*/ 32101 w 4382250"/>
              <a:gd name="connsiteY0" fmla="*/ 5134042 h 5134042"/>
              <a:gd name="connsiteX1" fmla="*/ 0 w 4382250"/>
              <a:gd name="connsiteY1" fmla="*/ 0 h 5134042"/>
              <a:gd name="connsiteX2" fmla="*/ 4382250 w 4382250"/>
              <a:gd name="connsiteY2" fmla="*/ 5109 h 5134042"/>
              <a:gd name="connsiteX3" fmla="*/ 2855430 w 4382250"/>
              <a:gd name="connsiteY3" fmla="*/ 5122458 h 5134042"/>
              <a:gd name="connsiteX4" fmla="*/ 32101 w 4382250"/>
              <a:gd name="connsiteY4" fmla="*/ 5134042 h 5134042"/>
              <a:gd name="connsiteX0" fmla="*/ 32101 w 4906473"/>
              <a:gd name="connsiteY0" fmla="*/ 5134042 h 5504537"/>
              <a:gd name="connsiteX1" fmla="*/ 0 w 4906473"/>
              <a:gd name="connsiteY1" fmla="*/ 0 h 5504537"/>
              <a:gd name="connsiteX2" fmla="*/ 4906472 w 4906473"/>
              <a:gd name="connsiteY2" fmla="*/ 5109 h 5504537"/>
              <a:gd name="connsiteX3" fmla="*/ 2855430 w 4906473"/>
              <a:gd name="connsiteY3" fmla="*/ 5122458 h 5504537"/>
              <a:gd name="connsiteX4" fmla="*/ 32101 w 4906473"/>
              <a:gd name="connsiteY4" fmla="*/ 5134042 h 5504537"/>
              <a:gd name="connsiteX0" fmla="*/ 32101 w 4906471"/>
              <a:gd name="connsiteY0" fmla="*/ 5134042 h 5504537"/>
              <a:gd name="connsiteX1" fmla="*/ 0 w 4906471"/>
              <a:gd name="connsiteY1" fmla="*/ 0 h 5504537"/>
              <a:gd name="connsiteX2" fmla="*/ 4906472 w 4906471"/>
              <a:gd name="connsiteY2" fmla="*/ 5109 h 5504537"/>
              <a:gd name="connsiteX3" fmla="*/ 2855430 w 4906471"/>
              <a:gd name="connsiteY3" fmla="*/ 5122458 h 5504537"/>
              <a:gd name="connsiteX4" fmla="*/ 32101 w 4906471"/>
              <a:gd name="connsiteY4" fmla="*/ 5134042 h 5504537"/>
              <a:gd name="connsiteX0" fmla="*/ 32101 w 4906473"/>
              <a:gd name="connsiteY0" fmla="*/ 5134042 h 5134042"/>
              <a:gd name="connsiteX1" fmla="*/ 0 w 4906473"/>
              <a:gd name="connsiteY1" fmla="*/ 0 h 5134042"/>
              <a:gd name="connsiteX2" fmla="*/ 4906472 w 4906473"/>
              <a:gd name="connsiteY2" fmla="*/ 5109 h 5134042"/>
              <a:gd name="connsiteX3" fmla="*/ 2855430 w 4906473"/>
              <a:gd name="connsiteY3" fmla="*/ 5122458 h 5134042"/>
              <a:gd name="connsiteX4" fmla="*/ 32101 w 4906473"/>
              <a:gd name="connsiteY4" fmla="*/ 5134042 h 5134042"/>
              <a:gd name="connsiteX0" fmla="*/ 32101 w 4906471"/>
              <a:gd name="connsiteY0" fmla="*/ 5134042 h 5134042"/>
              <a:gd name="connsiteX1" fmla="*/ 0 w 4906471"/>
              <a:gd name="connsiteY1" fmla="*/ 0 h 5134042"/>
              <a:gd name="connsiteX2" fmla="*/ 4906472 w 4906471"/>
              <a:gd name="connsiteY2" fmla="*/ 5109 h 5134042"/>
              <a:gd name="connsiteX3" fmla="*/ 2855430 w 4906471"/>
              <a:gd name="connsiteY3" fmla="*/ 5122458 h 5134042"/>
              <a:gd name="connsiteX4" fmla="*/ 32101 w 4906471"/>
              <a:gd name="connsiteY4" fmla="*/ 5134042 h 5134042"/>
              <a:gd name="connsiteX0" fmla="*/ 32101 w 4906471"/>
              <a:gd name="connsiteY0" fmla="*/ 5134042 h 5134042"/>
              <a:gd name="connsiteX1" fmla="*/ 0 w 4906471"/>
              <a:gd name="connsiteY1" fmla="*/ 0 h 5134042"/>
              <a:gd name="connsiteX2" fmla="*/ 4906472 w 4906471"/>
              <a:gd name="connsiteY2" fmla="*/ 5109 h 5134042"/>
              <a:gd name="connsiteX3" fmla="*/ 2278564 w 4906471"/>
              <a:gd name="connsiteY3" fmla="*/ 5122459 h 5134042"/>
              <a:gd name="connsiteX4" fmla="*/ 32101 w 4906471"/>
              <a:gd name="connsiteY4" fmla="*/ 5134042 h 5134042"/>
              <a:gd name="connsiteX0" fmla="*/ 32101 w 4906471"/>
              <a:gd name="connsiteY0" fmla="*/ 5134042 h 5134042"/>
              <a:gd name="connsiteX1" fmla="*/ 0 w 4906471"/>
              <a:gd name="connsiteY1" fmla="*/ 0 h 5134042"/>
              <a:gd name="connsiteX2" fmla="*/ 4906472 w 4906471"/>
              <a:gd name="connsiteY2" fmla="*/ 5109 h 5134042"/>
              <a:gd name="connsiteX3" fmla="*/ 1855087 w 4906471"/>
              <a:gd name="connsiteY3" fmla="*/ 5127783 h 5134042"/>
              <a:gd name="connsiteX4" fmla="*/ 32101 w 4906471"/>
              <a:gd name="connsiteY4" fmla="*/ 5134042 h 5134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06471" h="5134042">
                <a:moveTo>
                  <a:pt x="32101" y="5134042"/>
                </a:moveTo>
                <a:cubicBezTo>
                  <a:pt x="24693" y="3419542"/>
                  <a:pt x="7408" y="1714500"/>
                  <a:pt x="0" y="0"/>
                </a:cubicBezTo>
                <a:lnTo>
                  <a:pt x="4906472" y="5109"/>
                </a:lnTo>
                <a:lnTo>
                  <a:pt x="1855087" y="5127783"/>
                </a:lnTo>
                <a:lnTo>
                  <a:pt x="32101" y="5134042"/>
                </a:lnTo>
                <a:close/>
              </a:path>
            </a:pathLst>
          </a:custGeom>
          <a:solidFill>
            <a:srgbClr val="3476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987" dirty="0"/>
          </a:p>
        </p:txBody>
      </p:sp>
      <p:pic>
        <p:nvPicPr>
          <p:cNvPr id="13" name="圖片 12" descr="一張含有 文字, 裝置, 控制台 的圖片&#10;&#10;自動產生的描述">
            <a:extLst>
              <a:ext uri="{FF2B5EF4-FFF2-40B4-BE49-F238E27FC236}">
                <a16:creationId xmlns:a16="http://schemas.microsoft.com/office/drawing/2014/main" id="{533B6A42-8CF4-46FD-BCED-B58411B1D5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5427" y="6966481"/>
            <a:ext cx="2285058" cy="834925"/>
          </a:xfrm>
          <a:prstGeom prst="rect">
            <a:avLst/>
          </a:prstGeom>
        </p:spPr>
      </p:pic>
      <p:sp>
        <p:nvSpPr>
          <p:cNvPr id="11" name="Google Shape;40;p4">
            <a:extLst>
              <a:ext uri="{FF2B5EF4-FFF2-40B4-BE49-F238E27FC236}">
                <a16:creationId xmlns:a16="http://schemas.microsoft.com/office/drawing/2014/main" id="{FBFB590C-4495-4B5C-99AB-23C2F4EC214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flipH="1">
            <a:off x="5943600" y="5439669"/>
            <a:ext cx="8289533" cy="165703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432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9pPr>
          </a:lstStyle>
          <a:p>
            <a:endParaRPr dirty="0"/>
          </a:p>
        </p:txBody>
      </p:sp>
      <p:sp>
        <p:nvSpPr>
          <p:cNvPr id="37" name="文字版面配置區 36">
            <a:extLst>
              <a:ext uri="{FF2B5EF4-FFF2-40B4-BE49-F238E27FC236}">
                <a16:creationId xmlns:a16="http://schemas.microsoft.com/office/drawing/2014/main" id="{6CA2A8B7-0E29-4F55-A792-1BA0F68D59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0" y="7096703"/>
            <a:ext cx="8289533" cy="704702"/>
          </a:xfrm>
        </p:spPr>
        <p:txBody>
          <a:bodyPr/>
          <a:lstStyle>
            <a:lvl1pPr algn="r">
              <a:buNone/>
              <a:defRPr sz="2640" b="1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/>
            <a:r>
              <a:rPr lang="zh-TW" altLang="en-US" dirty="0"/>
              <a:t>按一下編輯作者</a:t>
            </a:r>
          </a:p>
        </p:txBody>
      </p:sp>
    </p:spTree>
    <p:extLst>
      <p:ext uri="{BB962C8B-B14F-4D97-AF65-F5344CB8AC3E}">
        <p14:creationId xmlns:p14="http://schemas.microsoft.com/office/powerpoint/2010/main" val="9380648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邊形 24">
            <a:extLst>
              <a:ext uri="{FF2B5EF4-FFF2-40B4-BE49-F238E27FC236}">
                <a16:creationId xmlns:a16="http://schemas.microsoft.com/office/drawing/2014/main" id="{0B7B50C2-18C2-47EB-9936-A8021FBF2E9D}"/>
              </a:ext>
            </a:extLst>
          </p:cNvPr>
          <p:cNvSpPr/>
          <p:nvPr userDrawn="1"/>
        </p:nvSpPr>
        <p:spPr>
          <a:xfrm rot="5400000" flipH="1">
            <a:off x="5430907" y="-825116"/>
            <a:ext cx="3701275" cy="14697712"/>
          </a:xfrm>
          <a:custGeom>
            <a:avLst/>
            <a:gdLst>
              <a:gd name="connsiteX0" fmla="*/ 0 w 4127500"/>
              <a:gd name="connsiteY0" fmla="*/ 5143500 h 5143500"/>
              <a:gd name="connsiteX1" fmla="*/ 1031875 w 4127500"/>
              <a:gd name="connsiteY1" fmla="*/ 0 h 5143500"/>
              <a:gd name="connsiteX2" fmla="*/ 4127500 w 4127500"/>
              <a:gd name="connsiteY2" fmla="*/ 0 h 5143500"/>
              <a:gd name="connsiteX3" fmla="*/ 3095625 w 4127500"/>
              <a:gd name="connsiteY3" fmla="*/ 5143500 h 5143500"/>
              <a:gd name="connsiteX4" fmla="*/ 0 w 4127500"/>
              <a:gd name="connsiteY4" fmla="*/ 5143500 h 5143500"/>
              <a:gd name="connsiteX0" fmla="*/ 22225 w 4149725"/>
              <a:gd name="connsiteY0" fmla="*/ 5143500 h 5143500"/>
              <a:gd name="connsiteX1" fmla="*/ 0 w 4149725"/>
              <a:gd name="connsiteY1" fmla="*/ 0 h 5143500"/>
              <a:gd name="connsiteX2" fmla="*/ 4149725 w 4149725"/>
              <a:gd name="connsiteY2" fmla="*/ 0 h 5143500"/>
              <a:gd name="connsiteX3" fmla="*/ 3117850 w 4149725"/>
              <a:gd name="connsiteY3" fmla="*/ 5143500 h 5143500"/>
              <a:gd name="connsiteX4" fmla="*/ 22225 w 4149725"/>
              <a:gd name="connsiteY4" fmla="*/ 5143500 h 5143500"/>
              <a:gd name="connsiteX0" fmla="*/ 22225 w 5254625"/>
              <a:gd name="connsiteY0" fmla="*/ 5143500 h 5143500"/>
              <a:gd name="connsiteX1" fmla="*/ 0 w 5254625"/>
              <a:gd name="connsiteY1" fmla="*/ 0 h 5143500"/>
              <a:gd name="connsiteX2" fmla="*/ 5254625 w 5254625"/>
              <a:gd name="connsiteY2" fmla="*/ 12700 h 5143500"/>
              <a:gd name="connsiteX3" fmla="*/ 3117850 w 5254625"/>
              <a:gd name="connsiteY3" fmla="*/ 5143500 h 5143500"/>
              <a:gd name="connsiteX4" fmla="*/ 22225 w 5254625"/>
              <a:gd name="connsiteY4" fmla="*/ 5143500 h 5143500"/>
              <a:gd name="connsiteX0" fmla="*/ 22225 w 5254625"/>
              <a:gd name="connsiteY0" fmla="*/ 5143500 h 5143500"/>
              <a:gd name="connsiteX1" fmla="*/ 0 w 5254625"/>
              <a:gd name="connsiteY1" fmla="*/ 0 h 5143500"/>
              <a:gd name="connsiteX2" fmla="*/ 5254625 w 5254625"/>
              <a:gd name="connsiteY2" fmla="*/ 12700 h 5143500"/>
              <a:gd name="connsiteX3" fmla="*/ 2965450 w 5254625"/>
              <a:gd name="connsiteY3" fmla="*/ 5143500 h 5143500"/>
              <a:gd name="connsiteX4" fmla="*/ 22225 w 5254625"/>
              <a:gd name="connsiteY4" fmla="*/ 5143500 h 5143500"/>
              <a:gd name="connsiteX0" fmla="*/ 22225 w 5254625"/>
              <a:gd name="connsiteY0" fmla="*/ 5143500 h 5143500"/>
              <a:gd name="connsiteX1" fmla="*/ 0 w 5254625"/>
              <a:gd name="connsiteY1" fmla="*/ 0 h 5143500"/>
              <a:gd name="connsiteX2" fmla="*/ 5254625 w 5254625"/>
              <a:gd name="connsiteY2" fmla="*/ 12700 h 5143500"/>
              <a:gd name="connsiteX3" fmla="*/ 3028950 w 5254625"/>
              <a:gd name="connsiteY3" fmla="*/ 5143500 h 5143500"/>
              <a:gd name="connsiteX4" fmla="*/ 22225 w 5254625"/>
              <a:gd name="connsiteY4" fmla="*/ 5143500 h 5143500"/>
              <a:gd name="connsiteX0" fmla="*/ 60 w 5232460"/>
              <a:gd name="connsiteY0" fmla="*/ 5130800 h 5130800"/>
              <a:gd name="connsiteX1" fmla="*/ 676335 w 5232460"/>
              <a:gd name="connsiteY1" fmla="*/ 0 h 5130800"/>
              <a:gd name="connsiteX2" fmla="*/ 5232460 w 5232460"/>
              <a:gd name="connsiteY2" fmla="*/ 0 h 5130800"/>
              <a:gd name="connsiteX3" fmla="*/ 3006785 w 5232460"/>
              <a:gd name="connsiteY3" fmla="*/ 5130800 h 5130800"/>
              <a:gd name="connsiteX4" fmla="*/ 60 w 5232460"/>
              <a:gd name="connsiteY4" fmla="*/ 5130800 h 5130800"/>
              <a:gd name="connsiteX0" fmla="*/ 365125 w 4556125"/>
              <a:gd name="connsiteY0" fmla="*/ 5156200 h 5156200"/>
              <a:gd name="connsiteX1" fmla="*/ 0 w 4556125"/>
              <a:gd name="connsiteY1" fmla="*/ 0 h 5156200"/>
              <a:gd name="connsiteX2" fmla="*/ 4556125 w 4556125"/>
              <a:gd name="connsiteY2" fmla="*/ 0 h 5156200"/>
              <a:gd name="connsiteX3" fmla="*/ 2330450 w 4556125"/>
              <a:gd name="connsiteY3" fmla="*/ 5130800 h 5156200"/>
              <a:gd name="connsiteX4" fmla="*/ 365125 w 4556125"/>
              <a:gd name="connsiteY4" fmla="*/ 5156200 h 5156200"/>
              <a:gd name="connsiteX0" fmla="*/ 1828 w 4561128"/>
              <a:gd name="connsiteY0" fmla="*/ 5168900 h 5168900"/>
              <a:gd name="connsiteX1" fmla="*/ 5003 w 4561128"/>
              <a:gd name="connsiteY1" fmla="*/ 0 h 5168900"/>
              <a:gd name="connsiteX2" fmla="*/ 4561128 w 4561128"/>
              <a:gd name="connsiteY2" fmla="*/ 0 h 5168900"/>
              <a:gd name="connsiteX3" fmla="*/ 2335453 w 4561128"/>
              <a:gd name="connsiteY3" fmla="*/ 5130800 h 5168900"/>
              <a:gd name="connsiteX4" fmla="*/ 1828 w 4561128"/>
              <a:gd name="connsiteY4" fmla="*/ 5168900 h 5168900"/>
              <a:gd name="connsiteX0" fmla="*/ 60325 w 4619625"/>
              <a:gd name="connsiteY0" fmla="*/ 5181600 h 5181600"/>
              <a:gd name="connsiteX1" fmla="*/ 0 w 4619625"/>
              <a:gd name="connsiteY1" fmla="*/ 0 h 5181600"/>
              <a:gd name="connsiteX2" fmla="*/ 4619625 w 4619625"/>
              <a:gd name="connsiteY2" fmla="*/ 12700 h 5181600"/>
              <a:gd name="connsiteX3" fmla="*/ 2393950 w 4619625"/>
              <a:gd name="connsiteY3" fmla="*/ 5143500 h 5181600"/>
              <a:gd name="connsiteX4" fmla="*/ 60325 w 4619625"/>
              <a:gd name="connsiteY4" fmla="*/ 5181600 h 5181600"/>
              <a:gd name="connsiteX0" fmla="*/ 60325 w 4626713"/>
              <a:gd name="connsiteY0" fmla="*/ 5183077 h 5183077"/>
              <a:gd name="connsiteX1" fmla="*/ 0 w 4626713"/>
              <a:gd name="connsiteY1" fmla="*/ 1477 h 5183077"/>
              <a:gd name="connsiteX2" fmla="*/ 4626713 w 4626713"/>
              <a:gd name="connsiteY2" fmla="*/ 0 h 5183077"/>
              <a:gd name="connsiteX3" fmla="*/ 2393950 w 4626713"/>
              <a:gd name="connsiteY3" fmla="*/ 5144977 h 5183077"/>
              <a:gd name="connsiteX4" fmla="*/ 60325 w 4626713"/>
              <a:gd name="connsiteY4" fmla="*/ 5183077 h 5183077"/>
              <a:gd name="connsiteX0" fmla="*/ 325 w 4566713"/>
              <a:gd name="connsiteY0" fmla="*/ 5196840 h 5196840"/>
              <a:gd name="connsiteX1" fmla="*/ 107640 w 4566713"/>
              <a:gd name="connsiteY1" fmla="*/ 0 h 5196840"/>
              <a:gd name="connsiteX2" fmla="*/ 4566713 w 4566713"/>
              <a:gd name="connsiteY2" fmla="*/ 13763 h 5196840"/>
              <a:gd name="connsiteX3" fmla="*/ 2333950 w 4566713"/>
              <a:gd name="connsiteY3" fmla="*/ 5158740 h 5196840"/>
              <a:gd name="connsiteX4" fmla="*/ 325 w 4566713"/>
              <a:gd name="connsiteY4" fmla="*/ 5196840 h 5196840"/>
              <a:gd name="connsiteX0" fmla="*/ 167005 w 4459073"/>
              <a:gd name="connsiteY0" fmla="*/ 5181600 h 5181600"/>
              <a:gd name="connsiteX1" fmla="*/ 0 w 4459073"/>
              <a:gd name="connsiteY1" fmla="*/ 0 h 5181600"/>
              <a:gd name="connsiteX2" fmla="*/ 4459073 w 4459073"/>
              <a:gd name="connsiteY2" fmla="*/ 13763 h 5181600"/>
              <a:gd name="connsiteX3" fmla="*/ 2226310 w 4459073"/>
              <a:gd name="connsiteY3" fmla="*/ 5158740 h 5181600"/>
              <a:gd name="connsiteX4" fmla="*/ 167005 w 4459073"/>
              <a:gd name="connsiteY4" fmla="*/ 5181600 h 5181600"/>
              <a:gd name="connsiteX0" fmla="*/ 22225 w 4459073"/>
              <a:gd name="connsiteY0" fmla="*/ 5181600 h 5181600"/>
              <a:gd name="connsiteX1" fmla="*/ 0 w 4459073"/>
              <a:gd name="connsiteY1" fmla="*/ 0 h 5181600"/>
              <a:gd name="connsiteX2" fmla="*/ 4459073 w 4459073"/>
              <a:gd name="connsiteY2" fmla="*/ 13763 h 5181600"/>
              <a:gd name="connsiteX3" fmla="*/ 2226310 w 4459073"/>
              <a:gd name="connsiteY3" fmla="*/ 5158740 h 5181600"/>
              <a:gd name="connsiteX4" fmla="*/ 22225 w 4459073"/>
              <a:gd name="connsiteY4" fmla="*/ 5181600 h 5181600"/>
              <a:gd name="connsiteX0" fmla="*/ 22225 w 4459073"/>
              <a:gd name="connsiteY0" fmla="*/ 5181600 h 5181600"/>
              <a:gd name="connsiteX1" fmla="*/ 0 w 4459073"/>
              <a:gd name="connsiteY1" fmla="*/ 0 h 5181600"/>
              <a:gd name="connsiteX2" fmla="*/ 4459073 w 4459073"/>
              <a:gd name="connsiteY2" fmla="*/ 13763 h 5181600"/>
              <a:gd name="connsiteX3" fmla="*/ 2010894 w 4459073"/>
              <a:gd name="connsiteY3" fmla="*/ 5105539 h 5181600"/>
              <a:gd name="connsiteX4" fmla="*/ 22225 w 4459073"/>
              <a:gd name="connsiteY4" fmla="*/ 5181600 h 5181600"/>
              <a:gd name="connsiteX0" fmla="*/ 49 w 5277014"/>
              <a:gd name="connsiteY0" fmla="*/ 4819839 h 5105681"/>
              <a:gd name="connsiteX1" fmla="*/ 817941 w 5277014"/>
              <a:gd name="connsiteY1" fmla="*/ 0 h 5105681"/>
              <a:gd name="connsiteX2" fmla="*/ 5277014 w 5277014"/>
              <a:gd name="connsiteY2" fmla="*/ 13763 h 5105681"/>
              <a:gd name="connsiteX3" fmla="*/ 2828835 w 5277014"/>
              <a:gd name="connsiteY3" fmla="*/ 5105539 h 5105681"/>
              <a:gd name="connsiteX4" fmla="*/ 49 w 5277014"/>
              <a:gd name="connsiteY4" fmla="*/ 4819839 h 5105681"/>
              <a:gd name="connsiteX0" fmla="*/ 43765 w 4459073"/>
              <a:gd name="connsiteY0" fmla="*/ 5112441 h 5112441"/>
              <a:gd name="connsiteX1" fmla="*/ 0 w 4459073"/>
              <a:gd name="connsiteY1" fmla="*/ 0 h 5112441"/>
              <a:gd name="connsiteX2" fmla="*/ 4459073 w 4459073"/>
              <a:gd name="connsiteY2" fmla="*/ 13763 h 5112441"/>
              <a:gd name="connsiteX3" fmla="*/ 2010894 w 4459073"/>
              <a:gd name="connsiteY3" fmla="*/ 5105539 h 5112441"/>
              <a:gd name="connsiteX4" fmla="*/ 43765 w 4459073"/>
              <a:gd name="connsiteY4" fmla="*/ 5112441 h 5112441"/>
              <a:gd name="connsiteX0" fmla="*/ 43765 w 4459073"/>
              <a:gd name="connsiteY0" fmla="*/ 5112441 h 5112441"/>
              <a:gd name="connsiteX1" fmla="*/ 0 w 4459073"/>
              <a:gd name="connsiteY1" fmla="*/ 0 h 5112441"/>
              <a:gd name="connsiteX2" fmla="*/ 4459073 w 4459073"/>
              <a:gd name="connsiteY2" fmla="*/ 13763 h 5112441"/>
              <a:gd name="connsiteX3" fmla="*/ 2010895 w 4459073"/>
              <a:gd name="connsiteY3" fmla="*/ 5105539 h 5112441"/>
              <a:gd name="connsiteX4" fmla="*/ 43765 w 4459073"/>
              <a:gd name="connsiteY4" fmla="*/ 5112441 h 5112441"/>
              <a:gd name="connsiteX0" fmla="*/ 43765 w 4459073"/>
              <a:gd name="connsiteY0" fmla="*/ 5125278 h 5125278"/>
              <a:gd name="connsiteX1" fmla="*/ 0 w 4459073"/>
              <a:gd name="connsiteY1" fmla="*/ 12837 h 5125278"/>
              <a:gd name="connsiteX2" fmla="*/ 4459073 w 4459073"/>
              <a:gd name="connsiteY2" fmla="*/ 0 h 5125278"/>
              <a:gd name="connsiteX3" fmla="*/ 2010895 w 4459073"/>
              <a:gd name="connsiteY3" fmla="*/ 5118376 h 5125278"/>
              <a:gd name="connsiteX4" fmla="*/ 43765 w 4459073"/>
              <a:gd name="connsiteY4" fmla="*/ 5125278 h 5125278"/>
              <a:gd name="connsiteX0" fmla="*/ 43765 w 4459073"/>
              <a:gd name="connsiteY0" fmla="*/ 5125278 h 5134347"/>
              <a:gd name="connsiteX1" fmla="*/ 0 w 4459073"/>
              <a:gd name="connsiteY1" fmla="*/ 12837 h 5134347"/>
              <a:gd name="connsiteX2" fmla="*/ 4459073 w 4459073"/>
              <a:gd name="connsiteY2" fmla="*/ 0 h 5134347"/>
              <a:gd name="connsiteX3" fmla="*/ 1995435 w 4459073"/>
              <a:gd name="connsiteY3" fmla="*/ 5134347 h 5134347"/>
              <a:gd name="connsiteX4" fmla="*/ 43765 w 4459073"/>
              <a:gd name="connsiteY4" fmla="*/ 5125278 h 5134347"/>
              <a:gd name="connsiteX0" fmla="*/ 1874 w 4463564"/>
              <a:gd name="connsiteY0" fmla="*/ 5135926 h 5135926"/>
              <a:gd name="connsiteX1" fmla="*/ 4491 w 4463564"/>
              <a:gd name="connsiteY1" fmla="*/ 12837 h 5135926"/>
              <a:gd name="connsiteX2" fmla="*/ 4463564 w 4463564"/>
              <a:gd name="connsiteY2" fmla="*/ 0 h 5135926"/>
              <a:gd name="connsiteX3" fmla="*/ 1999926 w 4463564"/>
              <a:gd name="connsiteY3" fmla="*/ 5134347 h 5135926"/>
              <a:gd name="connsiteX4" fmla="*/ 1874 w 4463564"/>
              <a:gd name="connsiteY4" fmla="*/ 5135926 h 5135926"/>
              <a:gd name="connsiteX0" fmla="*/ 23977 w 4485667"/>
              <a:gd name="connsiteY0" fmla="*/ 5135926 h 5135926"/>
              <a:gd name="connsiteX1" fmla="*/ 0 w 4485667"/>
              <a:gd name="connsiteY1" fmla="*/ 5536 h 5135926"/>
              <a:gd name="connsiteX2" fmla="*/ 4485667 w 4485667"/>
              <a:gd name="connsiteY2" fmla="*/ 0 h 5135926"/>
              <a:gd name="connsiteX3" fmla="*/ 2022029 w 4485667"/>
              <a:gd name="connsiteY3" fmla="*/ 5134347 h 5135926"/>
              <a:gd name="connsiteX4" fmla="*/ 23977 w 4485667"/>
              <a:gd name="connsiteY4" fmla="*/ 5135926 h 5135926"/>
              <a:gd name="connsiteX0" fmla="*/ 6248 w 4485667"/>
              <a:gd name="connsiteY0" fmla="*/ 5139578 h 5139578"/>
              <a:gd name="connsiteX1" fmla="*/ 0 w 4485667"/>
              <a:gd name="connsiteY1" fmla="*/ 5536 h 5139578"/>
              <a:gd name="connsiteX2" fmla="*/ 4485667 w 4485667"/>
              <a:gd name="connsiteY2" fmla="*/ 0 h 5139578"/>
              <a:gd name="connsiteX3" fmla="*/ 2022029 w 4485667"/>
              <a:gd name="connsiteY3" fmla="*/ 5134347 h 5139578"/>
              <a:gd name="connsiteX4" fmla="*/ 6248 w 4485667"/>
              <a:gd name="connsiteY4" fmla="*/ 5139578 h 5139578"/>
              <a:gd name="connsiteX0" fmla="*/ 988699 w 4485667"/>
              <a:gd name="connsiteY0" fmla="*/ 4953256 h 5134359"/>
              <a:gd name="connsiteX1" fmla="*/ 0 w 4485667"/>
              <a:gd name="connsiteY1" fmla="*/ 5536 h 5134359"/>
              <a:gd name="connsiteX2" fmla="*/ 4485667 w 4485667"/>
              <a:gd name="connsiteY2" fmla="*/ 0 h 5134359"/>
              <a:gd name="connsiteX3" fmla="*/ 2022029 w 4485667"/>
              <a:gd name="connsiteY3" fmla="*/ 5134347 h 5134359"/>
              <a:gd name="connsiteX4" fmla="*/ 988699 w 4485667"/>
              <a:gd name="connsiteY4" fmla="*/ 4953256 h 5134359"/>
              <a:gd name="connsiteX0" fmla="*/ 833575 w 4485667"/>
              <a:gd name="connsiteY0" fmla="*/ 5139577 h 5139577"/>
              <a:gd name="connsiteX1" fmla="*/ 0 w 4485667"/>
              <a:gd name="connsiteY1" fmla="*/ 5536 h 5139577"/>
              <a:gd name="connsiteX2" fmla="*/ 4485667 w 4485667"/>
              <a:gd name="connsiteY2" fmla="*/ 0 h 5139577"/>
              <a:gd name="connsiteX3" fmla="*/ 2022029 w 4485667"/>
              <a:gd name="connsiteY3" fmla="*/ 5134347 h 5139577"/>
              <a:gd name="connsiteX4" fmla="*/ 833575 w 4485667"/>
              <a:gd name="connsiteY4" fmla="*/ 5139577 h 5139577"/>
              <a:gd name="connsiteX0" fmla="*/ 36 w 3652128"/>
              <a:gd name="connsiteY0" fmla="*/ 5139577 h 5139577"/>
              <a:gd name="connsiteX1" fmla="*/ 1105510 w 3652128"/>
              <a:gd name="connsiteY1" fmla="*/ 127976 h 5139577"/>
              <a:gd name="connsiteX2" fmla="*/ 3652128 w 3652128"/>
              <a:gd name="connsiteY2" fmla="*/ 0 h 5139577"/>
              <a:gd name="connsiteX3" fmla="*/ 1188490 w 3652128"/>
              <a:gd name="connsiteY3" fmla="*/ 5134347 h 5139577"/>
              <a:gd name="connsiteX4" fmla="*/ 36 w 3652128"/>
              <a:gd name="connsiteY4" fmla="*/ 5139577 h 5139577"/>
              <a:gd name="connsiteX0" fmla="*/ 1051 w 3653143"/>
              <a:gd name="connsiteY0" fmla="*/ 5139577 h 5139577"/>
              <a:gd name="connsiteX1" fmla="*/ 20658 w 3653143"/>
              <a:gd name="connsiteY1" fmla="*/ 213 h 5139577"/>
              <a:gd name="connsiteX2" fmla="*/ 3653143 w 3653143"/>
              <a:gd name="connsiteY2" fmla="*/ 0 h 5139577"/>
              <a:gd name="connsiteX3" fmla="*/ 1189505 w 3653143"/>
              <a:gd name="connsiteY3" fmla="*/ 5134347 h 5139577"/>
              <a:gd name="connsiteX4" fmla="*/ 1051 w 3653143"/>
              <a:gd name="connsiteY4" fmla="*/ 5139577 h 5139577"/>
              <a:gd name="connsiteX0" fmla="*/ 1051 w 3420457"/>
              <a:gd name="connsiteY0" fmla="*/ 5139364 h 5139364"/>
              <a:gd name="connsiteX1" fmla="*/ 20658 w 3420457"/>
              <a:gd name="connsiteY1" fmla="*/ 0 h 5139364"/>
              <a:gd name="connsiteX2" fmla="*/ 3420457 w 3420457"/>
              <a:gd name="connsiteY2" fmla="*/ 5109 h 5139364"/>
              <a:gd name="connsiteX3" fmla="*/ 1189505 w 3420457"/>
              <a:gd name="connsiteY3" fmla="*/ 5134134 h 5139364"/>
              <a:gd name="connsiteX4" fmla="*/ 1051 w 3420457"/>
              <a:gd name="connsiteY4" fmla="*/ 5139364 h 5139364"/>
              <a:gd name="connsiteX0" fmla="*/ 42 w 4350191"/>
              <a:gd name="connsiteY0" fmla="*/ 5134042 h 5134134"/>
              <a:gd name="connsiteX1" fmla="*/ 950392 w 4350191"/>
              <a:gd name="connsiteY1" fmla="*/ 0 h 5134134"/>
              <a:gd name="connsiteX2" fmla="*/ 4350191 w 4350191"/>
              <a:gd name="connsiteY2" fmla="*/ 5109 h 5134134"/>
              <a:gd name="connsiteX3" fmla="*/ 2119239 w 4350191"/>
              <a:gd name="connsiteY3" fmla="*/ 5134134 h 5134134"/>
              <a:gd name="connsiteX4" fmla="*/ 42 w 4350191"/>
              <a:gd name="connsiteY4" fmla="*/ 5134042 h 5134134"/>
              <a:gd name="connsiteX0" fmla="*/ 32101 w 4382250"/>
              <a:gd name="connsiteY0" fmla="*/ 5134042 h 5134134"/>
              <a:gd name="connsiteX1" fmla="*/ 0 w 4382250"/>
              <a:gd name="connsiteY1" fmla="*/ 0 h 5134134"/>
              <a:gd name="connsiteX2" fmla="*/ 4382250 w 4382250"/>
              <a:gd name="connsiteY2" fmla="*/ 5109 h 5134134"/>
              <a:gd name="connsiteX3" fmla="*/ 2151298 w 4382250"/>
              <a:gd name="connsiteY3" fmla="*/ 5134134 h 5134134"/>
              <a:gd name="connsiteX4" fmla="*/ 32101 w 4382250"/>
              <a:gd name="connsiteY4" fmla="*/ 5134042 h 5134134"/>
              <a:gd name="connsiteX0" fmla="*/ 32101 w 4382250"/>
              <a:gd name="connsiteY0" fmla="*/ 5134042 h 5163519"/>
              <a:gd name="connsiteX1" fmla="*/ 0 w 4382250"/>
              <a:gd name="connsiteY1" fmla="*/ 0 h 5163519"/>
              <a:gd name="connsiteX2" fmla="*/ 4382250 w 4382250"/>
              <a:gd name="connsiteY2" fmla="*/ 5109 h 5163519"/>
              <a:gd name="connsiteX3" fmla="*/ 2151298 w 4382250"/>
              <a:gd name="connsiteY3" fmla="*/ 5134134 h 5163519"/>
              <a:gd name="connsiteX4" fmla="*/ 1840143 w 4382250"/>
              <a:gd name="connsiteY4" fmla="*/ 5163506 h 5163519"/>
              <a:gd name="connsiteX5" fmla="*/ 32101 w 4382250"/>
              <a:gd name="connsiteY5" fmla="*/ 5134042 h 5163519"/>
              <a:gd name="connsiteX0" fmla="*/ 32101 w 4382250"/>
              <a:gd name="connsiteY0" fmla="*/ 5134042 h 5195124"/>
              <a:gd name="connsiteX1" fmla="*/ 0 w 4382250"/>
              <a:gd name="connsiteY1" fmla="*/ 0 h 5195124"/>
              <a:gd name="connsiteX2" fmla="*/ 4382250 w 4382250"/>
              <a:gd name="connsiteY2" fmla="*/ 5109 h 5195124"/>
              <a:gd name="connsiteX3" fmla="*/ 2151298 w 4382250"/>
              <a:gd name="connsiteY3" fmla="*/ 5134134 h 5195124"/>
              <a:gd name="connsiteX4" fmla="*/ 1840144 w 4382250"/>
              <a:gd name="connsiteY4" fmla="*/ 5195118 h 5195124"/>
              <a:gd name="connsiteX5" fmla="*/ 32101 w 4382250"/>
              <a:gd name="connsiteY5" fmla="*/ 5134042 h 5195124"/>
              <a:gd name="connsiteX0" fmla="*/ 32101 w 4382250"/>
              <a:gd name="connsiteY0" fmla="*/ 5134042 h 5143786"/>
              <a:gd name="connsiteX1" fmla="*/ 0 w 4382250"/>
              <a:gd name="connsiteY1" fmla="*/ 0 h 5143786"/>
              <a:gd name="connsiteX2" fmla="*/ 4382250 w 4382250"/>
              <a:gd name="connsiteY2" fmla="*/ 5109 h 5143786"/>
              <a:gd name="connsiteX3" fmla="*/ 2151298 w 4382250"/>
              <a:gd name="connsiteY3" fmla="*/ 5134134 h 5143786"/>
              <a:gd name="connsiteX4" fmla="*/ 1556026 w 4382250"/>
              <a:gd name="connsiteY4" fmla="*/ 5143750 h 5143786"/>
              <a:gd name="connsiteX5" fmla="*/ 32101 w 4382250"/>
              <a:gd name="connsiteY5" fmla="*/ 5134042 h 5143786"/>
              <a:gd name="connsiteX0" fmla="*/ 32101 w 4382250"/>
              <a:gd name="connsiteY0" fmla="*/ 5134042 h 5517789"/>
              <a:gd name="connsiteX1" fmla="*/ 0 w 4382250"/>
              <a:gd name="connsiteY1" fmla="*/ 0 h 5517789"/>
              <a:gd name="connsiteX2" fmla="*/ 4382250 w 4382250"/>
              <a:gd name="connsiteY2" fmla="*/ 5109 h 5517789"/>
              <a:gd name="connsiteX3" fmla="*/ 2151298 w 4382250"/>
              <a:gd name="connsiteY3" fmla="*/ 5134134 h 5517789"/>
              <a:gd name="connsiteX4" fmla="*/ 1556026 w 4382250"/>
              <a:gd name="connsiteY4" fmla="*/ 5143750 h 5517789"/>
              <a:gd name="connsiteX5" fmla="*/ 32101 w 4382250"/>
              <a:gd name="connsiteY5" fmla="*/ 5134042 h 5517789"/>
              <a:gd name="connsiteX0" fmla="*/ 32101 w 4382250"/>
              <a:gd name="connsiteY0" fmla="*/ 5134042 h 5143750"/>
              <a:gd name="connsiteX1" fmla="*/ 0 w 4382250"/>
              <a:gd name="connsiteY1" fmla="*/ 0 h 5143750"/>
              <a:gd name="connsiteX2" fmla="*/ 4382250 w 4382250"/>
              <a:gd name="connsiteY2" fmla="*/ 5109 h 5143750"/>
              <a:gd name="connsiteX3" fmla="*/ 1556026 w 4382250"/>
              <a:gd name="connsiteY3" fmla="*/ 5143750 h 5143750"/>
              <a:gd name="connsiteX4" fmla="*/ 32101 w 4382250"/>
              <a:gd name="connsiteY4" fmla="*/ 5134042 h 5143750"/>
              <a:gd name="connsiteX0" fmla="*/ 32101 w 4382250"/>
              <a:gd name="connsiteY0" fmla="*/ 5134042 h 5134042"/>
              <a:gd name="connsiteX1" fmla="*/ 0 w 4382250"/>
              <a:gd name="connsiteY1" fmla="*/ 0 h 5134042"/>
              <a:gd name="connsiteX2" fmla="*/ 4382250 w 4382250"/>
              <a:gd name="connsiteY2" fmla="*/ 5109 h 5134042"/>
              <a:gd name="connsiteX3" fmla="*/ 2271202 w 4382250"/>
              <a:gd name="connsiteY3" fmla="*/ 5122457 h 5134042"/>
              <a:gd name="connsiteX4" fmla="*/ 32101 w 4382250"/>
              <a:gd name="connsiteY4" fmla="*/ 5134042 h 5134042"/>
              <a:gd name="connsiteX0" fmla="*/ 32101 w 4382250"/>
              <a:gd name="connsiteY0" fmla="*/ 5134042 h 5134042"/>
              <a:gd name="connsiteX1" fmla="*/ 0 w 4382250"/>
              <a:gd name="connsiteY1" fmla="*/ 0 h 5134042"/>
              <a:gd name="connsiteX2" fmla="*/ 4382250 w 4382250"/>
              <a:gd name="connsiteY2" fmla="*/ 5109 h 5134042"/>
              <a:gd name="connsiteX3" fmla="*/ 2855430 w 4382250"/>
              <a:gd name="connsiteY3" fmla="*/ 5122458 h 5134042"/>
              <a:gd name="connsiteX4" fmla="*/ 32101 w 4382250"/>
              <a:gd name="connsiteY4" fmla="*/ 5134042 h 5134042"/>
              <a:gd name="connsiteX0" fmla="*/ 32101 w 4906473"/>
              <a:gd name="connsiteY0" fmla="*/ 5134042 h 5504537"/>
              <a:gd name="connsiteX1" fmla="*/ 0 w 4906473"/>
              <a:gd name="connsiteY1" fmla="*/ 0 h 5504537"/>
              <a:gd name="connsiteX2" fmla="*/ 4906472 w 4906473"/>
              <a:gd name="connsiteY2" fmla="*/ 5109 h 5504537"/>
              <a:gd name="connsiteX3" fmla="*/ 2855430 w 4906473"/>
              <a:gd name="connsiteY3" fmla="*/ 5122458 h 5504537"/>
              <a:gd name="connsiteX4" fmla="*/ 32101 w 4906473"/>
              <a:gd name="connsiteY4" fmla="*/ 5134042 h 5504537"/>
              <a:gd name="connsiteX0" fmla="*/ 32101 w 4906471"/>
              <a:gd name="connsiteY0" fmla="*/ 5134042 h 5504537"/>
              <a:gd name="connsiteX1" fmla="*/ 0 w 4906471"/>
              <a:gd name="connsiteY1" fmla="*/ 0 h 5504537"/>
              <a:gd name="connsiteX2" fmla="*/ 4906472 w 4906471"/>
              <a:gd name="connsiteY2" fmla="*/ 5109 h 5504537"/>
              <a:gd name="connsiteX3" fmla="*/ 2855430 w 4906471"/>
              <a:gd name="connsiteY3" fmla="*/ 5122458 h 5504537"/>
              <a:gd name="connsiteX4" fmla="*/ 32101 w 4906471"/>
              <a:gd name="connsiteY4" fmla="*/ 5134042 h 5504537"/>
              <a:gd name="connsiteX0" fmla="*/ 32101 w 4906473"/>
              <a:gd name="connsiteY0" fmla="*/ 5134042 h 5134042"/>
              <a:gd name="connsiteX1" fmla="*/ 0 w 4906473"/>
              <a:gd name="connsiteY1" fmla="*/ 0 h 5134042"/>
              <a:gd name="connsiteX2" fmla="*/ 4906472 w 4906473"/>
              <a:gd name="connsiteY2" fmla="*/ 5109 h 5134042"/>
              <a:gd name="connsiteX3" fmla="*/ 2855430 w 4906473"/>
              <a:gd name="connsiteY3" fmla="*/ 5122458 h 5134042"/>
              <a:gd name="connsiteX4" fmla="*/ 32101 w 4906473"/>
              <a:gd name="connsiteY4" fmla="*/ 5134042 h 5134042"/>
              <a:gd name="connsiteX0" fmla="*/ 32101 w 4906471"/>
              <a:gd name="connsiteY0" fmla="*/ 5134042 h 5134042"/>
              <a:gd name="connsiteX1" fmla="*/ 0 w 4906471"/>
              <a:gd name="connsiteY1" fmla="*/ 0 h 5134042"/>
              <a:gd name="connsiteX2" fmla="*/ 4906472 w 4906471"/>
              <a:gd name="connsiteY2" fmla="*/ 5109 h 5134042"/>
              <a:gd name="connsiteX3" fmla="*/ 2855430 w 4906471"/>
              <a:gd name="connsiteY3" fmla="*/ 5122458 h 5134042"/>
              <a:gd name="connsiteX4" fmla="*/ 32101 w 4906471"/>
              <a:gd name="connsiteY4" fmla="*/ 5134042 h 5134042"/>
              <a:gd name="connsiteX0" fmla="*/ 32101 w 4906471"/>
              <a:gd name="connsiteY0" fmla="*/ 5134042 h 5134042"/>
              <a:gd name="connsiteX1" fmla="*/ 0 w 4906471"/>
              <a:gd name="connsiteY1" fmla="*/ 0 h 5134042"/>
              <a:gd name="connsiteX2" fmla="*/ 4906472 w 4906471"/>
              <a:gd name="connsiteY2" fmla="*/ 5109 h 5134042"/>
              <a:gd name="connsiteX3" fmla="*/ 2278564 w 4906471"/>
              <a:gd name="connsiteY3" fmla="*/ 5122459 h 5134042"/>
              <a:gd name="connsiteX4" fmla="*/ 32101 w 4906471"/>
              <a:gd name="connsiteY4" fmla="*/ 5134042 h 5134042"/>
              <a:gd name="connsiteX0" fmla="*/ 32101 w 4906471"/>
              <a:gd name="connsiteY0" fmla="*/ 5134042 h 5134042"/>
              <a:gd name="connsiteX1" fmla="*/ 0 w 4906471"/>
              <a:gd name="connsiteY1" fmla="*/ 0 h 5134042"/>
              <a:gd name="connsiteX2" fmla="*/ 4906472 w 4906471"/>
              <a:gd name="connsiteY2" fmla="*/ 5109 h 5134042"/>
              <a:gd name="connsiteX3" fmla="*/ 1855087 w 4906471"/>
              <a:gd name="connsiteY3" fmla="*/ 5127783 h 5134042"/>
              <a:gd name="connsiteX4" fmla="*/ 32101 w 4906471"/>
              <a:gd name="connsiteY4" fmla="*/ 5134042 h 5134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06471" h="5134042">
                <a:moveTo>
                  <a:pt x="32101" y="5134042"/>
                </a:moveTo>
                <a:cubicBezTo>
                  <a:pt x="24693" y="3419542"/>
                  <a:pt x="7408" y="1714500"/>
                  <a:pt x="0" y="0"/>
                </a:cubicBezTo>
                <a:lnTo>
                  <a:pt x="4906472" y="5109"/>
                </a:lnTo>
                <a:lnTo>
                  <a:pt x="1855087" y="5127783"/>
                </a:lnTo>
                <a:lnTo>
                  <a:pt x="32101" y="5134042"/>
                </a:lnTo>
                <a:close/>
              </a:path>
            </a:pathLst>
          </a:custGeom>
          <a:solidFill>
            <a:srgbClr val="3476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987" dirty="0"/>
          </a:p>
        </p:txBody>
      </p:sp>
      <p:pic>
        <p:nvPicPr>
          <p:cNvPr id="13" name="圖片 12" descr="一張含有 文字, 裝置, 控制台 的圖片&#10;&#10;自動產生的描述">
            <a:extLst>
              <a:ext uri="{FF2B5EF4-FFF2-40B4-BE49-F238E27FC236}">
                <a16:creationId xmlns:a16="http://schemas.microsoft.com/office/drawing/2014/main" id="{533B6A42-8CF4-46FD-BCED-B58411B1D5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5427" y="6966481"/>
            <a:ext cx="2285058" cy="834925"/>
          </a:xfrm>
          <a:prstGeom prst="rect">
            <a:avLst/>
          </a:prstGeom>
        </p:spPr>
      </p:pic>
      <p:sp>
        <p:nvSpPr>
          <p:cNvPr id="11" name="Google Shape;40;p4">
            <a:extLst>
              <a:ext uri="{FF2B5EF4-FFF2-40B4-BE49-F238E27FC236}">
                <a16:creationId xmlns:a16="http://schemas.microsoft.com/office/drawing/2014/main" id="{FBFB590C-4495-4B5C-99AB-23C2F4EC214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flipH="1">
            <a:off x="5943600" y="5439669"/>
            <a:ext cx="8289533" cy="165703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432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9pPr>
          </a:lstStyle>
          <a:p>
            <a:endParaRPr dirty="0"/>
          </a:p>
        </p:txBody>
      </p:sp>
      <p:sp>
        <p:nvSpPr>
          <p:cNvPr id="37" name="文字版面配置區 36">
            <a:extLst>
              <a:ext uri="{FF2B5EF4-FFF2-40B4-BE49-F238E27FC236}">
                <a16:creationId xmlns:a16="http://schemas.microsoft.com/office/drawing/2014/main" id="{6CA2A8B7-0E29-4F55-A792-1BA0F68D59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0" y="7096703"/>
            <a:ext cx="8289533" cy="704702"/>
          </a:xfrm>
        </p:spPr>
        <p:txBody>
          <a:bodyPr/>
          <a:lstStyle>
            <a:lvl1pPr algn="r">
              <a:buNone/>
              <a:defRPr sz="2640" b="1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/>
            <a:r>
              <a:rPr lang="zh-TW" altLang="en-US" dirty="0"/>
              <a:t>按一下編輯作者</a:t>
            </a:r>
          </a:p>
        </p:txBody>
      </p:sp>
    </p:spTree>
    <p:extLst>
      <p:ext uri="{BB962C8B-B14F-4D97-AF65-F5344CB8AC3E}">
        <p14:creationId xmlns:p14="http://schemas.microsoft.com/office/powerpoint/2010/main" val="840533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2">
            <a:extLst>
              <a:ext uri="{FF2B5EF4-FFF2-40B4-BE49-F238E27FC236}">
                <a16:creationId xmlns:a16="http://schemas.microsoft.com/office/drawing/2014/main" id="{0E50A31C-5EC5-434A-A2EA-488EFA2FDCF7}"/>
              </a:ext>
            </a:extLst>
          </p:cNvPr>
          <p:cNvSpPr/>
          <p:nvPr userDrawn="1"/>
        </p:nvSpPr>
        <p:spPr>
          <a:xfrm flipV="1">
            <a:off x="10254581" y="7777966"/>
            <a:ext cx="4375819" cy="461605"/>
          </a:xfrm>
          <a:custGeom>
            <a:avLst/>
            <a:gdLst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0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05562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99437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6723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590958 w 8877300"/>
              <a:gd name="connsiteY3" fmla="*/ 119752 h 127388"/>
              <a:gd name="connsiteX4" fmla="*/ 0 w 8877300"/>
              <a:gd name="connsiteY4" fmla="*/ 0 h 127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7300" h="127388">
                <a:moveTo>
                  <a:pt x="0" y="0"/>
                </a:moveTo>
                <a:lnTo>
                  <a:pt x="8877300" y="0"/>
                </a:lnTo>
                <a:lnTo>
                  <a:pt x="8877300" y="127388"/>
                </a:lnTo>
                <a:lnTo>
                  <a:pt x="590958" y="119752"/>
                </a:lnTo>
                <a:lnTo>
                  <a:pt x="0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987" dirty="0">
                <a:highlight>
                  <a:srgbClr val="EFEFEF"/>
                </a:highlight>
              </a:rPr>
              <a:t> 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CEEB6A92-683D-4A4D-BEBB-B8D6F1D7FB5E}"/>
              </a:ext>
            </a:extLst>
          </p:cNvPr>
          <p:cNvSpPr txBox="1">
            <a:spLocks/>
          </p:cNvSpPr>
          <p:nvPr userDrawn="1"/>
        </p:nvSpPr>
        <p:spPr>
          <a:xfrm>
            <a:off x="13854944" y="7675512"/>
            <a:ext cx="1000493" cy="619116"/>
          </a:xfrm>
          <a:prstGeom prst="rect">
            <a:avLst/>
          </a:prstGeom>
        </p:spPr>
        <p:txBody>
          <a:bodyPr vert="horz" lIns="109728" tIns="54864" rIns="109728" bIns="54864" rtlCol="0" anchor="ctr"/>
          <a:lstStyle>
            <a:defPPr>
              <a:defRPr lang="zh-TW"/>
            </a:defPPr>
            <a:lvl1pPr marL="0" algn="ctr" defTabSz="914400" rtl="0" eaLnBrk="1" latinLnBrk="0" hangingPunct="1"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FF80D99-EBBB-423B-BB5D-F52C7FE98A9C}" type="slidenum">
              <a:rPr lang="en-US" sz="3360" smtClean="0"/>
              <a:pPr algn="l"/>
              <a:t>‹#›</a:t>
            </a:fld>
            <a:endParaRPr lang="en-US" sz="336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2068774-F19D-4A3C-8129-114889844995}"/>
              </a:ext>
            </a:extLst>
          </p:cNvPr>
          <p:cNvSpPr txBox="1"/>
          <p:nvPr userDrawn="1"/>
        </p:nvSpPr>
        <p:spPr>
          <a:xfrm>
            <a:off x="13411450" y="7838342"/>
            <a:ext cx="623765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40" dirty="0">
                <a:solidFill>
                  <a:srgbClr val="3B3B3B"/>
                </a:solidFill>
              </a:rPr>
              <a:t>page</a:t>
            </a:r>
            <a:endParaRPr lang="zh-TW" altLang="en-US" sz="1440" dirty="0">
              <a:solidFill>
                <a:srgbClr val="3B3B3B"/>
              </a:solidFill>
            </a:endParaRPr>
          </a:p>
        </p:txBody>
      </p:sp>
      <p:sp>
        <p:nvSpPr>
          <p:cNvPr id="26" name="矩形 1">
            <a:extLst>
              <a:ext uri="{FF2B5EF4-FFF2-40B4-BE49-F238E27FC236}">
                <a16:creationId xmlns:a16="http://schemas.microsoft.com/office/drawing/2014/main" id="{30D6C20B-DB12-4BA2-8CE3-158D929897AB}"/>
              </a:ext>
            </a:extLst>
          </p:cNvPr>
          <p:cNvSpPr/>
          <p:nvPr userDrawn="1"/>
        </p:nvSpPr>
        <p:spPr>
          <a:xfrm>
            <a:off x="-11430" y="7675514"/>
            <a:ext cx="11470838" cy="573608"/>
          </a:xfrm>
          <a:custGeom>
            <a:avLst/>
            <a:gdLst>
              <a:gd name="connsiteX0" fmla="*/ 0 w 10953750"/>
              <a:gd name="connsiteY0" fmla="*/ 0 h 327454"/>
              <a:gd name="connsiteX1" fmla="*/ 10953750 w 10953750"/>
              <a:gd name="connsiteY1" fmla="*/ 0 h 327454"/>
              <a:gd name="connsiteX2" fmla="*/ 10953750 w 10953750"/>
              <a:gd name="connsiteY2" fmla="*/ 327454 h 327454"/>
              <a:gd name="connsiteX3" fmla="*/ 0 w 10953750"/>
              <a:gd name="connsiteY3" fmla="*/ 327454 h 327454"/>
              <a:gd name="connsiteX4" fmla="*/ 0 w 10953750"/>
              <a:gd name="connsiteY4" fmla="*/ 0 h 327454"/>
              <a:gd name="connsiteX0" fmla="*/ 0 w 10953750"/>
              <a:gd name="connsiteY0" fmla="*/ 9525 h 336979"/>
              <a:gd name="connsiteX1" fmla="*/ 10696575 w 10953750"/>
              <a:gd name="connsiteY1" fmla="*/ 0 h 336979"/>
              <a:gd name="connsiteX2" fmla="*/ 10953750 w 10953750"/>
              <a:gd name="connsiteY2" fmla="*/ 336979 h 336979"/>
              <a:gd name="connsiteX3" fmla="*/ 0 w 10953750"/>
              <a:gd name="connsiteY3" fmla="*/ 336979 h 336979"/>
              <a:gd name="connsiteX4" fmla="*/ 0 w 10953750"/>
              <a:gd name="connsiteY4" fmla="*/ 9525 h 336979"/>
              <a:gd name="connsiteX0" fmla="*/ 0 w 10953750"/>
              <a:gd name="connsiteY0" fmla="*/ 28575 h 356029"/>
              <a:gd name="connsiteX1" fmla="*/ 10652093 w 10953750"/>
              <a:gd name="connsiteY1" fmla="*/ 0 h 356029"/>
              <a:gd name="connsiteX2" fmla="*/ 10953750 w 10953750"/>
              <a:gd name="connsiteY2" fmla="*/ 356029 h 356029"/>
              <a:gd name="connsiteX3" fmla="*/ 0 w 10953750"/>
              <a:gd name="connsiteY3" fmla="*/ 356029 h 356029"/>
              <a:gd name="connsiteX4" fmla="*/ 0 w 10953750"/>
              <a:gd name="connsiteY4" fmla="*/ 28575 h 356029"/>
              <a:gd name="connsiteX0" fmla="*/ 0 w 10953750"/>
              <a:gd name="connsiteY0" fmla="*/ 5715 h 333169"/>
              <a:gd name="connsiteX1" fmla="*/ 10634300 w 10953750"/>
              <a:gd name="connsiteY1" fmla="*/ 0 h 333169"/>
              <a:gd name="connsiteX2" fmla="*/ 10953750 w 10953750"/>
              <a:gd name="connsiteY2" fmla="*/ 333169 h 333169"/>
              <a:gd name="connsiteX3" fmla="*/ 0 w 10953750"/>
              <a:gd name="connsiteY3" fmla="*/ 333169 h 333169"/>
              <a:gd name="connsiteX4" fmla="*/ 0 w 10953750"/>
              <a:gd name="connsiteY4" fmla="*/ 5715 h 333169"/>
              <a:gd name="connsiteX0" fmla="*/ 0 w 10941856"/>
              <a:gd name="connsiteY0" fmla="*/ 5715 h 344399"/>
              <a:gd name="connsiteX1" fmla="*/ 10634300 w 10941856"/>
              <a:gd name="connsiteY1" fmla="*/ 0 h 344399"/>
              <a:gd name="connsiteX2" fmla="*/ 10941856 w 10941856"/>
              <a:gd name="connsiteY2" fmla="*/ 344399 h 344399"/>
              <a:gd name="connsiteX3" fmla="*/ 0 w 10941856"/>
              <a:gd name="connsiteY3" fmla="*/ 333169 h 344399"/>
              <a:gd name="connsiteX4" fmla="*/ 0 w 10941856"/>
              <a:gd name="connsiteY4" fmla="*/ 5715 h 344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41856" h="344399">
                <a:moveTo>
                  <a:pt x="0" y="5715"/>
                </a:moveTo>
                <a:lnTo>
                  <a:pt x="10634300" y="0"/>
                </a:lnTo>
                <a:lnTo>
                  <a:pt x="10941856" y="344399"/>
                </a:lnTo>
                <a:lnTo>
                  <a:pt x="0" y="333169"/>
                </a:lnTo>
                <a:lnTo>
                  <a:pt x="0" y="5715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43000">
                <a:srgbClr val="C3CFE4"/>
              </a:gs>
              <a:gs pos="100000">
                <a:srgbClr val="3476BE"/>
              </a:gs>
            </a:gsLst>
            <a:lin ang="5400000" scaled="1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6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6599AED-0E3D-42BB-B6EE-260A895AC3F9}"/>
              </a:ext>
            </a:extLst>
          </p:cNvPr>
          <p:cNvSpPr txBox="1"/>
          <p:nvPr userDrawn="1"/>
        </p:nvSpPr>
        <p:spPr>
          <a:xfrm>
            <a:off x="109730" y="7885417"/>
            <a:ext cx="3966641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4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1</a:t>
            </a:r>
            <a:r>
              <a:rPr lang="en-US" altLang="zh-TW" sz="1440" baseline="30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st</a:t>
            </a:r>
            <a:r>
              <a:rPr lang="en-US" altLang="zh-TW" sz="144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 Tier Light Guide Application Company</a:t>
            </a:r>
            <a:endParaRPr lang="zh-TW" altLang="en-US" sz="144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字版面配置區 32">
            <a:extLst>
              <a:ext uri="{FF2B5EF4-FFF2-40B4-BE49-F238E27FC236}">
                <a16:creationId xmlns:a16="http://schemas.microsoft.com/office/drawing/2014/main" id="{9EB7DD93-134A-44F1-84CF-0FC0AB2B46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329798" y="7793689"/>
            <a:ext cx="2018521" cy="461605"/>
          </a:xfrm>
        </p:spPr>
        <p:txBody>
          <a:bodyPr/>
          <a:lstStyle>
            <a:lvl1pPr algn="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點一下編輯日期</a:t>
            </a:r>
          </a:p>
        </p:txBody>
      </p:sp>
      <p:sp>
        <p:nvSpPr>
          <p:cNvPr id="14" name="Google Shape;40;p4">
            <a:extLst>
              <a:ext uri="{FF2B5EF4-FFF2-40B4-BE49-F238E27FC236}">
                <a16:creationId xmlns:a16="http://schemas.microsoft.com/office/drawing/2014/main" id="{BA15B4E0-404C-4E54-B021-0DFD39C4FF1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flipH="1">
            <a:off x="727789" y="2594737"/>
            <a:ext cx="7893696" cy="165703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432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9pPr>
          </a:lstStyle>
          <a:p>
            <a:endParaRPr dirty="0"/>
          </a:p>
        </p:txBody>
      </p:sp>
      <p:sp>
        <p:nvSpPr>
          <p:cNvPr id="15" name="文字版面配置區 36">
            <a:extLst>
              <a:ext uri="{FF2B5EF4-FFF2-40B4-BE49-F238E27FC236}">
                <a16:creationId xmlns:a16="http://schemas.microsoft.com/office/drawing/2014/main" id="{069A183E-8A9D-410D-87E4-B39E1FE569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7789" y="4251772"/>
            <a:ext cx="7893696" cy="704702"/>
          </a:xfrm>
        </p:spPr>
        <p:txBody>
          <a:bodyPr/>
          <a:lstStyle>
            <a:lvl1pPr marL="0" indent="0" algn="l">
              <a:buNone/>
              <a:defRPr sz="2640" b="0">
                <a:solidFill>
                  <a:srgbClr val="3B3B3B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/>
            <a:r>
              <a:rPr lang="zh-TW" altLang="en-US" dirty="0"/>
              <a:t>按一下編輯作者</a:t>
            </a:r>
          </a:p>
        </p:txBody>
      </p:sp>
      <p:pic>
        <p:nvPicPr>
          <p:cNvPr id="16" name="圖片 15" descr="一張含有 文字, 裝置, 控制台 的圖片&#10;&#10;自動產生的描述">
            <a:extLst>
              <a:ext uri="{FF2B5EF4-FFF2-40B4-BE49-F238E27FC236}">
                <a16:creationId xmlns:a16="http://schemas.microsoft.com/office/drawing/2014/main" id="{0029F1FE-99D1-416F-B95F-96370D2404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8825" y="35863"/>
            <a:ext cx="1439590" cy="52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7178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2">
            <a:extLst>
              <a:ext uri="{FF2B5EF4-FFF2-40B4-BE49-F238E27FC236}">
                <a16:creationId xmlns:a16="http://schemas.microsoft.com/office/drawing/2014/main" id="{0E50A31C-5EC5-434A-A2EA-488EFA2FDCF7}"/>
              </a:ext>
            </a:extLst>
          </p:cNvPr>
          <p:cNvSpPr/>
          <p:nvPr userDrawn="1"/>
        </p:nvSpPr>
        <p:spPr>
          <a:xfrm flipV="1">
            <a:off x="10254581" y="7777966"/>
            <a:ext cx="4375819" cy="461605"/>
          </a:xfrm>
          <a:custGeom>
            <a:avLst/>
            <a:gdLst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0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05562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99437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6723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590958 w 8877300"/>
              <a:gd name="connsiteY3" fmla="*/ 119752 h 127388"/>
              <a:gd name="connsiteX4" fmla="*/ 0 w 8877300"/>
              <a:gd name="connsiteY4" fmla="*/ 0 h 127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7300" h="127388">
                <a:moveTo>
                  <a:pt x="0" y="0"/>
                </a:moveTo>
                <a:lnTo>
                  <a:pt x="8877300" y="0"/>
                </a:lnTo>
                <a:lnTo>
                  <a:pt x="8877300" y="127388"/>
                </a:lnTo>
                <a:lnTo>
                  <a:pt x="590958" y="119752"/>
                </a:lnTo>
                <a:lnTo>
                  <a:pt x="0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987" dirty="0">
                <a:highlight>
                  <a:srgbClr val="EFEFEF"/>
                </a:highlight>
              </a:rPr>
              <a:t> 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CEEB6A92-683D-4A4D-BEBB-B8D6F1D7FB5E}"/>
              </a:ext>
            </a:extLst>
          </p:cNvPr>
          <p:cNvSpPr txBox="1">
            <a:spLocks/>
          </p:cNvSpPr>
          <p:nvPr userDrawn="1"/>
        </p:nvSpPr>
        <p:spPr>
          <a:xfrm>
            <a:off x="13854944" y="7675512"/>
            <a:ext cx="1000493" cy="619116"/>
          </a:xfrm>
          <a:prstGeom prst="rect">
            <a:avLst/>
          </a:prstGeom>
        </p:spPr>
        <p:txBody>
          <a:bodyPr vert="horz" lIns="109728" tIns="54864" rIns="109728" bIns="54864" rtlCol="0" anchor="ctr"/>
          <a:lstStyle>
            <a:defPPr>
              <a:defRPr lang="zh-TW"/>
            </a:defPPr>
            <a:lvl1pPr marL="0" algn="ctr" defTabSz="914400" rtl="0" eaLnBrk="1" latinLnBrk="0" hangingPunct="1"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FF80D99-EBBB-423B-BB5D-F52C7FE98A9C}" type="slidenum">
              <a:rPr lang="en-US" sz="3360" smtClean="0"/>
              <a:pPr algn="l"/>
              <a:t>‹#›</a:t>
            </a:fld>
            <a:endParaRPr lang="en-US" sz="336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2068774-F19D-4A3C-8129-114889844995}"/>
              </a:ext>
            </a:extLst>
          </p:cNvPr>
          <p:cNvSpPr txBox="1"/>
          <p:nvPr userDrawn="1"/>
        </p:nvSpPr>
        <p:spPr>
          <a:xfrm>
            <a:off x="13411450" y="7838342"/>
            <a:ext cx="623765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40" dirty="0">
                <a:solidFill>
                  <a:srgbClr val="3B3B3B"/>
                </a:solidFill>
              </a:rPr>
              <a:t>page</a:t>
            </a:r>
            <a:endParaRPr lang="zh-TW" altLang="en-US" sz="1440" dirty="0">
              <a:solidFill>
                <a:srgbClr val="3B3B3B"/>
              </a:solidFill>
            </a:endParaRPr>
          </a:p>
        </p:txBody>
      </p:sp>
      <p:sp>
        <p:nvSpPr>
          <p:cNvPr id="26" name="矩形 1">
            <a:extLst>
              <a:ext uri="{FF2B5EF4-FFF2-40B4-BE49-F238E27FC236}">
                <a16:creationId xmlns:a16="http://schemas.microsoft.com/office/drawing/2014/main" id="{30D6C20B-DB12-4BA2-8CE3-158D929897AB}"/>
              </a:ext>
            </a:extLst>
          </p:cNvPr>
          <p:cNvSpPr/>
          <p:nvPr userDrawn="1"/>
        </p:nvSpPr>
        <p:spPr>
          <a:xfrm>
            <a:off x="-11430" y="7675514"/>
            <a:ext cx="11470838" cy="573608"/>
          </a:xfrm>
          <a:custGeom>
            <a:avLst/>
            <a:gdLst>
              <a:gd name="connsiteX0" fmla="*/ 0 w 10953750"/>
              <a:gd name="connsiteY0" fmla="*/ 0 h 327454"/>
              <a:gd name="connsiteX1" fmla="*/ 10953750 w 10953750"/>
              <a:gd name="connsiteY1" fmla="*/ 0 h 327454"/>
              <a:gd name="connsiteX2" fmla="*/ 10953750 w 10953750"/>
              <a:gd name="connsiteY2" fmla="*/ 327454 h 327454"/>
              <a:gd name="connsiteX3" fmla="*/ 0 w 10953750"/>
              <a:gd name="connsiteY3" fmla="*/ 327454 h 327454"/>
              <a:gd name="connsiteX4" fmla="*/ 0 w 10953750"/>
              <a:gd name="connsiteY4" fmla="*/ 0 h 327454"/>
              <a:gd name="connsiteX0" fmla="*/ 0 w 10953750"/>
              <a:gd name="connsiteY0" fmla="*/ 9525 h 336979"/>
              <a:gd name="connsiteX1" fmla="*/ 10696575 w 10953750"/>
              <a:gd name="connsiteY1" fmla="*/ 0 h 336979"/>
              <a:gd name="connsiteX2" fmla="*/ 10953750 w 10953750"/>
              <a:gd name="connsiteY2" fmla="*/ 336979 h 336979"/>
              <a:gd name="connsiteX3" fmla="*/ 0 w 10953750"/>
              <a:gd name="connsiteY3" fmla="*/ 336979 h 336979"/>
              <a:gd name="connsiteX4" fmla="*/ 0 w 10953750"/>
              <a:gd name="connsiteY4" fmla="*/ 9525 h 336979"/>
              <a:gd name="connsiteX0" fmla="*/ 0 w 10953750"/>
              <a:gd name="connsiteY0" fmla="*/ 28575 h 356029"/>
              <a:gd name="connsiteX1" fmla="*/ 10652093 w 10953750"/>
              <a:gd name="connsiteY1" fmla="*/ 0 h 356029"/>
              <a:gd name="connsiteX2" fmla="*/ 10953750 w 10953750"/>
              <a:gd name="connsiteY2" fmla="*/ 356029 h 356029"/>
              <a:gd name="connsiteX3" fmla="*/ 0 w 10953750"/>
              <a:gd name="connsiteY3" fmla="*/ 356029 h 356029"/>
              <a:gd name="connsiteX4" fmla="*/ 0 w 10953750"/>
              <a:gd name="connsiteY4" fmla="*/ 28575 h 356029"/>
              <a:gd name="connsiteX0" fmla="*/ 0 w 10953750"/>
              <a:gd name="connsiteY0" fmla="*/ 5715 h 333169"/>
              <a:gd name="connsiteX1" fmla="*/ 10634300 w 10953750"/>
              <a:gd name="connsiteY1" fmla="*/ 0 h 333169"/>
              <a:gd name="connsiteX2" fmla="*/ 10953750 w 10953750"/>
              <a:gd name="connsiteY2" fmla="*/ 333169 h 333169"/>
              <a:gd name="connsiteX3" fmla="*/ 0 w 10953750"/>
              <a:gd name="connsiteY3" fmla="*/ 333169 h 333169"/>
              <a:gd name="connsiteX4" fmla="*/ 0 w 10953750"/>
              <a:gd name="connsiteY4" fmla="*/ 5715 h 333169"/>
              <a:gd name="connsiteX0" fmla="*/ 0 w 10941856"/>
              <a:gd name="connsiteY0" fmla="*/ 5715 h 344399"/>
              <a:gd name="connsiteX1" fmla="*/ 10634300 w 10941856"/>
              <a:gd name="connsiteY1" fmla="*/ 0 h 344399"/>
              <a:gd name="connsiteX2" fmla="*/ 10941856 w 10941856"/>
              <a:gd name="connsiteY2" fmla="*/ 344399 h 344399"/>
              <a:gd name="connsiteX3" fmla="*/ 0 w 10941856"/>
              <a:gd name="connsiteY3" fmla="*/ 333169 h 344399"/>
              <a:gd name="connsiteX4" fmla="*/ 0 w 10941856"/>
              <a:gd name="connsiteY4" fmla="*/ 5715 h 344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41856" h="344399">
                <a:moveTo>
                  <a:pt x="0" y="5715"/>
                </a:moveTo>
                <a:lnTo>
                  <a:pt x="10634300" y="0"/>
                </a:lnTo>
                <a:lnTo>
                  <a:pt x="10941856" y="344399"/>
                </a:lnTo>
                <a:lnTo>
                  <a:pt x="0" y="333169"/>
                </a:lnTo>
                <a:lnTo>
                  <a:pt x="0" y="5715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43000">
                <a:srgbClr val="C3CFE4"/>
              </a:gs>
              <a:gs pos="100000">
                <a:srgbClr val="3476BE"/>
              </a:gs>
            </a:gsLst>
            <a:lin ang="5400000" scaled="1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6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6599AED-0E3D-42BB-B6EE-260A895AC3F9}"/>
              </a:ext>
            </a:extLst>
          </p:cNvPr>
          <p:cNvSpPr txBox="1"/>
          <p:nvPr userDrawn="1"/>
        </p:nvSpPr>
        <p:spPr>
          <a:xfrm>
            <a:off x="109730" y="7885417"/>
            <a:ext cx="3966641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4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1</a:t>
            </a:r>
            <a:r>
              <a:rPr lang="en-US" altLang="zh-TW" sz="1440" baseline="30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st</a:t>
            </a:r>
            <a:r>
              <a:rPr lang="en-US" altLang="zh-TW" sz="144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 Tier Light Guide Application Company</a:t>
            </a:r>
            <a:endParaRPr lang="zh-TW" altLang="en-US" sz="144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字版面配置區 32">
            <a:extLst>
              <a:ext uri="{FF2B5EF4-FFF2-40B4-BE49-F238E27FC236}">
                <a16:creationId xmlns:a16="http://schemas.microsoft.com/office/drawing/2014/main" id="{9EB7DD93-134A-44F1-84CF-0FC0AB2B46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329798" y="7793689"/>
            <a:ext cx="2018521" cy="461605"/>
          </a:xfrm>
        </p:spPr>
        <p:txBody>
          <a:bodyPr/>
          <a:lstStyle>
            <a:lvl1pPr algn="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點一下編輯日期</a:t>
            </a:r>
          </a:p>
        </p:txBody>
      </p:sp>
      <p:sp>
        <p:nvSpPr>
          <p:cNvPr id="14" name="Google Shape;40;p4">
            <a:extLst>
              <a:ext uri="{FF2B5EF4-FFF2-40B4-BE49-F238E27FC236}">
                <a16:creationId xmlns:a16="http://schemas.microsoft.com/office/drawing/2014/main" id="{BA15B4E0-404C-4E54-B021-0DFD39C4FF1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flipH="1">
            <a:off x="727789" y="2594737"/>
            <a:ext cx="7893696" cy="165703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432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9pPr>
          </a:lstStyle>
          <a:p>
            <a:endParaRPr dirty="0"/>
          </a:p>
        </p:txBody>
      </p:sp>
      <p:sp>
        <p:nvSpPr>
          <p:cNvPr id="15" name="文字版面配置區 36">
            <a:extLst>
              <a:ext uri="{FF2B5EF4-FFF2-40B4-BE49-F238E27FC236}">
                <a16:creationId xmlns:a16="http://schemas.microsoft.com/office/drawing/2014/main" id="{069A183E-8A9D-410D-87E4-B39E1FE569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7789" y="4251772"/>
            <a:ext cx="7893696" cy="704702"/>
          </a:xfrm>
        </p:spPr>
        <p:txBody>
          <a:bodyPr/>
          <a:lstStyle>
            <a:lvl1pPr marL="0" indent="0" algn="l">
              <a:buNone/>
              <a:defRPr sz="2640" b="0">
                <a:solidFill>
                  <a:srgbClr val="3B3B3B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/>
            <a:r>
              <a:rPr lang="zh-TW" altLang="en-US" dirty="0"/>
              <a:t>按一下編輯作者</a:t>
            </a:r>
          </a:p>
        </p:txBody>
      </p:sp>
      <p:pic>
        <p:nvPicPr>
          <p:cNvPr id="16" name="圖片 15" descr="一張含有 文字, 裝置, 控制台 的圖片&#10;&#10;自動產生的描述">
            <a:extLst>
              <a:ext uri="{FF2B5EF4-FFF2-40B4-BE49-F238E27FC236}">
                <a16:creationId xmlns:a16="http://schemas.microsoft.com/office/drawing/2014/main" id="{0029F1FE-99D1-416F-B95F-96370D2404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8825" y="35863"/>
            <a:ext cx="1439590" cy="526004"/>
          </a:xfrm>
          <a:prstGeom prst="rect">
            <a:avLst/>
          </a:prstGeom>
        </p:spPr>
      </p:pic>
      <p:sp>
        <p:nvSpPr>
          <p:cNvPr id="13" name="圖片版面配置區 4">
            <a:extLst>
              <a:ext uri="{FF2B5EF4-FFF2-40B4-BE49-F238E27FC236}">
                <a16:creationId xmlns:a16="http://schemas.microsoft.com/office/drawing/2014/main" id="{462B1DA2-E610-4523-A335-712081ADF45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958843" y="2"/>
            <a:ext cx="8676640" cy="7868920"/>
          </a:xfrm>
          <a:custGeom>
            <a:avLst/>
            <a:gdLst>
              <a:gd name="connsiteX0" fmla="*/ 0 w 4483100"/>
              <a:gd name="connsiteY0" fmla="*/ 4918075 h 4918075"/>
              <a:gd name="connsiteX1" fmla="*/ 1120775 w 4483100"/>
              <a:gd name="connsiteY1" fmla="*/ 0 h 4918075"/>
              <a:gd name="connsiteX2" fmla="*/ 4483100 w 4483100"/>
              <a:gd name="connsiteY2" fmla="*/ 0 h 4918075"/>
              <a:gd name="connsiteX3" fmla="*/ 3362325 w 4483100"/>
              <a:gd name="connsiteY3" fmla="*/ 4918075 h 4918075"/>
              <a:gd name="connsiteX4" fmla="*/ 0 w 4483100"/>
              <a:gd name="connsiteY4" fmla="*/ 4918075 h 4918075"/>
              <a:gd name="connsiteX0" fmla="*/ 0 w 4483100"/>
              <a:gd name="connsiteY0" fmla="*/ 4918075 h 4918075"/>
              <a:gd name="connsiteX1" fmla="*/ 1120775 w 4483100"/>
              <a:gd name="connsiteY1" fmla="*/ 0 h 4918075"/>
              <a:gd name="connsiteX2" fmla="*/ 4483100 w 4483100"/>
              <a:gd name="connsiteY2" fmla="*/ 0 h 4918075"/>
              <a:gd name="connsiteX3" fmla="*/ 3362325 w 4483100"/>
              <a:gd name="connsiteY3" fmla="*/ 4918075 h 4918075"/>
              <a:gd name="connsiteX4" fmla="*/ 0 w 4483100"/>
              <a:gd name="connsiteY4" fmla="*/ 4918075 h 4918075"/>
              <a:gd name="connsiteX0" fmla="*/ 0 w 5457825"/>
              <a:gd name="connsiteY0" fmla="*/ 4918075 h 4918075"/>
              <a:gd name="connsiteX1" fmla="*/ 1120775 w 5457825"/>
              <a:gd name="connsiteY1" fmla="*/ 0 h 4918075"/>
              <a:gd name="connsiteX2" fmla="*/ 4483100 w 5457825"/>
              <a:gd name="connsiteY2" fmla="*/ 0 h 4918075"/>
              <a:gd name="connsiteX3" fmla="*/ 5457825 w 5457825"/>
              <a:gd name="connsiteY3" fmla="*/ 4918075 h 4918075"/>
              <a:gd name="connsiteX4" fmla="*/ 0 w 5457825"/>
              <a:gd name="connsiteY4" fmla="*/ 4918075 h 4918075"/>
              <a:gd name="connsiteX0" fmla="*/ 898525 w 4337050"/>
              <a:gd name="connsiteY0" fmla="*/ 4918075 h 4918075"/>
              <a:gd name="connsiteX1" fmla="*/ 0 w 4337050"/>
              <a:gd name="connsiteY1" fmla="*/ 0 h 4918075"/>
              <a:gd name="connsiteX2" fmla="*/ 3362325 w 4337050"/>
              <a:gd name="connsiteY2" fmla="*/ 0 h 4918075"/>
              <a:gd name="connsiteX3" fmla="*/ 4337050 w 4337050"/>
              <a:gd name="connsiteY3" fmla="*/ 4918075 h 4918075"/>
              <a:gd name="connsiteX4" fmla="*/ 898525 w 4337050"/>
              <a:gd name="connsiteY4" fmla="*/ 4918075 h 4918075"/>
              <a:gd name="connsiteX0" fmla="*/ 898525 w 4575175"/>
              <a:gd name="connsiteY0" fmla="*/ 4918075 h 4918075"/>
              <a:gd name="connsiteX1" fmla="*/ 0 w 4575175"/>
              <a:gd name="connsiteY1" fmla="*/ 0 h 4918075"/>
              <a:gd name="connsiteX2" fmla="*/ 3362325 w 4575175"/>
              <a:gd name="connsiteY2" fmla="*/ 0 h 4918075"/>
              <a:gd name="connsiteX3" fmla="*/ 4575175 w 4575175"/>
              <a:gd name="connsiteY3" fmla="*/ 2851150 h 4918075"/>
              <a:gd name="connsiteX4" fmla="*/ 898525 w 4575175"/>
              <a:gd name="connsiteY4" fmla="*/ 4918075 h 4918075"/>
              <a:gd name="connsiteX0" fmla="*/ 4575175 w 4575175"/>
              <a:gd name="connsiteY0" fmla="*/ 4918075 h 4918075"/>
              <a:gd name="connsiteX1" fmla="*/ 0 w 4575175"/>
              <a:gd name="connsiteY1" fmla="*/ 0 h 4918075"/>
              <a:gd name="connsiteX2" fmla="*/ 3362325 w 4575175"/>
              <a:gd name="connsiteY2" fmla="*/ 0 h 4918075"/>
              <a:gd name="connsiteX3" fmla="*/ 4575175 w 4575175"/>
              <a:gd name="connsiteY3" fmla="*/ 2851150 h 4918075"/>
              <a:gd name="connsiteX4" fmla="*/ 4575175 w 4575175"/>
              <a:gd name="connsiteY4" fmla="*/ 4918075 h 4918075"/>
              <a:gd name="connsiteX0" fmla="*/ 4575175 w 4575175"/>
              <a:gd name="connsiteY0" fmla="*/ 4918075 h 4918075"/>
              <a:gd name="connsiteX1" fmla="*/ 0 w 4575175"/>
              <a:gd name="connsiteY1" fmla="*/ 0 h 4918075"/>
              <a:gd name="connsiteX2" fmla="*/ 3362325 w 4575175"/>
              <a:gd name="connsiteY2" fmla="*/ 0 h 4918075"/>
              <a:gd name="connsiteX3" fmla="*/ 4575175 w 4575175"/>
              <a:gd name="connsiteY3" fmla="*/ 1327150 h 4918075"/>
              <a:gd name="connsiteX4" fmla="*/ 4575175 w 4575175"/>
              <a:gd name="connsiteY4" fmla="*/ 4918075 h 4918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5175" h="4918075">
                <a:moveTo>
                  <a:pt x="4575175" y="4918075"/>
                </a:moveTo>
                <a:lnTo>
                  <a:pt x="0" y="0"/>
                </a:lnTo>
                <a:lnTo>
                  <a:pt x="3362325" y="0"/>
                </a:lnTo>
                <a:lnTo>
                  <a:pt x="4575175" y="1327150"/>
                </a:lnTo>
                <a:lnTo>
                  <a:pt x="4575175" y="4918075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862550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2">
            <a:extLst>
              <a:ext uri="{FF2B5EF4-FFF2-40B4-BE49-F238E27FC236}">
                <a16:creationId xmlns:a16="http://schemas.microsoft.com/office/drawing/2014/main" id="{0E50A31C-5EC5-434A-A2EA-488EFA2FDCF7}"/>
              </a:ext>
            </a:extLst>
          </p:cNvPr>
          <p:cNvSpPr/>
          <p:nvPr userDrawn="1"/>
        </p:nvSpPr>
        <p:spPr>
          <a:xfrm flipV="1">
            <a:off x="10254581" y="7777966"/>
            <a:ext cx="4375819" cy="461605"/>
          </a:xfrm>
          <a:custGeom>
            <a:avLst/>
            <a:gdLst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0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05562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99437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6723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590958 w 8877300"/>
              <a:gd name="connsiteY3" fmla="*/ 119752 h 127388"/>
              <a:gd name="connsiteX4" fmla="*/ 0 w 8877300"/>
              <a:gd name="connsiteY4" fmla="*/ 0 h 127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7300" h="127388">
                <a:moveTo>
                  <a:pt x="0" y="0"/>
                </a:moveTo>
                <a:lnTo>
                  <a:pt x="8877300" y="0"/>
                </a:lnTo>
                <a:lnTo>
                  <a:pt x="8877300" y="127388"/>
                </a:lnTo>
                <a:lnTo>
                  <a:pt x="590958" y="119752"/>
                </a:lnTo>
                <a:lnTo>
                  <a:pt x="0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987" dirty="0">
                <a:highlight>
                  <a:srgbClr val="EFEFEF"/>
                </a:highlight>
              </a:rPr>
              <a:t> 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CEEB6A92-683D-4A4D-BEBB-B8D6F1D7FB5E}"/>
              </a:ext>
            </a:extLst>
          </p:cNvPr>
          <p:cNvSpPr txBox="1">
            <a:spLocks/>
          </p:cNvSpPr>
          <p:nvPr userDrawn="1"/>
        </p:nvSpPr>
        <p:spPr>
          <a:xfrm>
            <a:off x="13854944" y="7675512"/>
            <a:ext cx="1000493" cy="619116"/>
          </a:xfrm>
          <a:prstGeom prst="rect">
            <a:avLst/>
          </a:prstGeom>
        </p:spPr>
        <p:txBody>
          <a:bodyPr vert="horz" lIns="109728" tIns="54864" rIns="109728" bIns="54864" rtlCol="0" anchor="ctr"/>
          <a:lstStyle>
            <a:defPPr>
              <a:defRPr lang="zh-TW"/>
            </a:defPPr>
            <a:lvl1pPr marL="0" algn="ctr" defTabSz="914400" rtl="0" eaLnBrk="1" latinLnBrk="0" hangingPunct="1"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FF80D99-EBBB-423B-BB5D-F52C7FE98A9C}" type="slidenum">
              <a:rPr lang="en-US" sz="3360" smtClean="0"/>
              <a:pPr algn="l"/>
              <a:t>‹#›</a:t>
            </a:fld>
            <a:endParaRPr lang="en-US" sz="336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2068774-F19D-4A3C-8129-114889844995}"/>
              </a:ext>
            </a:extLst>
          </p:cNvPr>
          <p:cNvSpPr txBox="1"/>
          <p:nvPr userDrawn="1"/>
        </p:nvSpPr>
        <p:spPr>
          <a:xfrm>
            <a:off x="13411450" y="7838342"/>
            <a:ext cx="623765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40" dirty="0">
                <a:solidFill>
                  <a:srgbClr val="3B3B3B"/>
                </a:solidFill>
              </a:rPr>
              <a:t>page</a:t>
            </a:r>
            <a:endParaRPr lang="zh-TW" altLang="en-US" sz="1440" dirty="0">
              <a:solidFill>
                <a:srgbClr val="3B3B3B"/>
              </a:solidFill>
            </a:endParaRPr>
          </a:p>
        </p:txBody>
      </p:sp>
      <p:sp>
        <p:nvSpPr>
          <p:cNvPr id="26" name="矩形 1">
            <a:extLst>
              <a:ext uri="{FF2B5EF4-FFF2-40B4-BE49-F238E27FC236}">
                <a16:creationId xmlns:a16="http://schemas.microsoft.com/office/drawing/2014/main" id="{30D6C20B-DB12-4BA2-8CE3-158D929897AB}"/>
              </a:ext>
            </a:extLst>
          </p:cNvPr>
          <p:cNvSpPr/>
          <p:nvPr userDrawn="1"/>
        </p:nvSpPr>
        <p:spPr>
          <a:xfrm>
            <a:off x="-11430" y="7675514"/>
            <a:ext cx="11470838" cy="573608"/>
          </a:xfrm>
          <a:custGeom>
            <a:avLst/>
            <a:gdLst>
              <a:gd name="connsiteX0" fmla="*/ 0 w 10953750"/>
              <a:gd name="connsiteY0" fmla="*/ 0 h 327454"/>
              <a:gd name="connsiteX1" fmla="*/ 10953750 w 10953750"/>
              <a:gd name="connsiteY1" fmla="*/ 0 h 327454"/>
              <a:gd name="connsiteX2" fmla="*/ 10953750 w 10953750"/>
              <a:gd name="connsiteY2" fmla="*/ 327454 h 327454"/>
              <a:gd name="connsiteX3" fmla="*/ 0 w 10953750"/>
              <a:gd name="connsiteY3" fmla="*/ 327454 h 327454"/>
              <a:gd name="connsiteX4" fmla="*/ 0 w 10953750"/>
              <a:gd name="connsiteY4" fmla="*/ 0 h 327454"/>
              <a:gd name="connsiteX0" fmla="*/ 0 w 10953750"/>
              <a:gd name="connsiteY0" fmla="*/ 9525 h 336979"/>
              <a:gd name="connsiteX1" fmla="*/ 10696575 w 10953750"/>
              <a:gd name="connsiteY1" fmla="*/ 0 h 336979"/>
              <a:gd name="connsiteX2" fmla="*/ 10953750 w 10953750"/>
              <a:gd name="connsiteY2" fmla="*/ 336979 h 336979"/>
              <a:gd name="connsiteX3" fmla="*/ 0 w 10953750"/>
              <a:gd name="connsiteY3" fmla="*/ 336979 h 336979"/>
              <a:gd name="connsiteX4" fmla="*/ 0 w 10953750"/>
              <a:gd name="connsiteY4" fmla="*/ 9525 h 336979"/>
              <a:gd name="connsiteX0" fmla="*/ 0 w 10953750"/>
              <a:gd name="connsiteY0" fmla="*/ 28575 h 356029"/>
              <a:gd name="connsiteX1" fmla="*/ 10652093 w 10953750"/>
              <a:gd name="connsiteY1" fmla="*/ 0 h 356029"/>
              <a:gd name="connsiteX2" fmla="*/ 10953750 w 10953750"/>
              <a:gd name="connsiteY2" fmla="*/ 356029 h 356029"/>
              <a:gd name="connsiteX3" fmla="*/ 0 w 10953750"/>
              <a:gd name="connsiteY3" fmla="*/ 356029 h 356029"/>
              <a:gd name="connsiteX4" fmla="*/ 0 w 10953750"/>
              <a:gd name="connsiteY4" fmla="*/ 28575 h 356029"/>
              <a:gd name="connsiteX0" fmla="*/ 0 w 10953750"/>
              <a:gd name="connsiteY0" fmla="*/ 5715 h 333169"/>
              <a:gd name="connsiteX1" fmla="*/ 10634300 w 10953750"/>
              <a:gd name="connsiteY1" fmla="*/ 0 h 333169"/>
              <a:gd name="connsiteX2" fmla="*/ 10953750 w 10953750"/>
              <a:gd name="connsiteY2" fmla="*/ 333169 h 333169"/>
              <a:gd name="connsiteX3" fmla="*/ 0 w 10953750"/>
              <a:gd name="connsiteY3" fmla="*/ 333169 h 333169"/>
              <a:gd name="connsiteX4" fmla="*/ 0 w 10953750"/>
              <a:gd name="connsiteY4" fmla="*/ 5715 h 333169"/>
              <a:gd name="connsiteX0" fmla="*/ 0 w 10941856"/>
              <a:gd name="connsiteY0" fmla="*/ 5715 h 344399"/>
              <a:gd name="connsiteX1" fmla="*/ 10634300 w 10941856"/>
              <a:gd name="connsiteY1" fmla="*/ 0 h 344399"/>
              <a:gd name="connsiteX2" fmla="*/ 10941856 w 10941856"/>
              <a:gd name="connsiteY2" fmla="*/ 344399 h 344399"/>
              <a:gd name="connsiteX3" fmla="*/ 0 w 10941856"/>
              <a:gd name="connsiteY3" fmla="*/ 333169 h 344399"/>
              <a:gd name="connsiteX4" fmla="*/ 0 w 10941856"/>
              <a:gd name="connsiteY4" fmla="*/ 5715 h 344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41856" h="344399">
                <a:moveTo>
                  <a:pt x="0" y="5715"/>
                </a:moveTo>
                <a:lnTo>
                  <a:pt x="10634300" y="0"/>
                </a:lnTo>
                <a:lnTo>
                  <a:pt x="10941856" y="344399"/>
                </a:lnTo>
                <a:lnTo>
                  <a:pt x="0" y="333169"/>
                </a:lnTo>
                <a:lnTo>
                  <a:pt x="0" y="5715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43000">
                <a:srgbClr val="C3CFE4"/>
              </a:gs>
              <a:gs pos="100000">
                <a:srgbClr val="3476BE"/>
              </a:gs>
            </a:gsLst>
            <a:lin ang="5400000" scaled="1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6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6599AED-0E3D-42BB-B6EE-260A895AC3F9}"/>
              </a:ext>
            </a:extLst>
          </p:cNvPr>
          <p:cNvSpPr txBox="1"/>
          <p:nvPr userDrawn="1"/>
        </p:nvSpPr>
        <p:spPr>
          <a:xfrm>
            <a:off x="109730" y="7885417"/>
            <a:ext cx="3966641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4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1</a:t>
            </a:r>
            <a:r>
              <a:rPr lang="en-US" altLang="zh-TW" sz="1440" baseline="30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st</a:t>
            </a:r>
            <a:r>
              <a:rPr lang="en-US" altLang="zh-TW" sz="144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 Tier Light Guide Application Company</a:t>
            </a:r>
            <a:endParaRPr lang="zh-TW" altLang="en-US" sz="144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字版面配置區 32">
            <a:extLst>
              <a:ext uri="{FF2B5EF4-FFF2-40B4-BE49-F238E27FC236}">
                <a16:creationId xmlns:a16="http://schemas.microsoft.com/office/drawing/2014/main" id="{9EB7DD93-134A-44F1-84CF-0FC0AB2B46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329798" y="7793689"/>
            <a:ext cx="2018521" cy="461605"/>
          </a:xfrm>
        </p:spPr>
        <p:txBody>
          <a:bodyPr/>
          <a:lstStyle>
            <a:lvl1pPr algn="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點一下編輯日期</a:t>
            </a:r>
          </a:p>
        </p:txBody>
      </p:sp>
      <p:sp>
        <p:nvSpPr>
          <p:cNvPr id="14" name="Google Shape;40;p4">
            <a:extLst>
              <a:ext uri="{FF2B5EF4-FFF2-40B4-BE49-F238E27FC236}">
                <a16:creationId xmlns:a16="http://schemas.microsoft.com/office/drawing/2014/main" id="{BA15B4E0-404C-4E54-B021-0DFD39C4FF1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flipH="1">
            <a:off x="727789" y="2594737"/>
            <a:ext cx="7893696" cy="165703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432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9pPr>
          </a:lstStyle>
          <a:p>
            <a:endParaRPr dirty="0"/>
          </a:p>
        </p:txBody>
      </p:sp>
      <p:sp>
        <p:nvSpPr>
          <p:cNvPr id="15" name="文字版面配置區 36">
            <a:extLst>
              <a:ext uri="{FF2B5EF4-FFF2-40B4-BE49-F238E27FC236}">
                <a16:creationId xmlns:a16="http://schemas.microsoft.com/office/drawing/2014/main" id="{069A183E-8A9D-410D-87E4-B39E1FE569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7789" y="4251772"/>
            <a:ext cx="7893696" cy="704702"/>
          </a:xfrm>
        </p:spPr>
        <p:txBody>
          <a:bodyPr/>
          <a:lstStyle>
            <a:lvl1pPr marL="0" indent="0" algn="l">
              <a:buNone/>
              <a:defRPr sz="2640" b="0">
                <a:solidFill>
                  <a:srgbClr val="3B3B3B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/>
            <a:r>
              <a:rPr lang="zh-TW" altLang="en-US" dirty="0"/>
              <a:t>按一下編輯作者</a:t>
            </a:r>
          </a:p>
        </p:txBody>
      </p:sp>
      <p:pic>
        <p:nvPicPr>
          <p:cNvPr id="16" name="圖片 15" descr="一張含有 文字, 裝置, 控制台 的圖片&#10;&#10;自動產生的描述">
            <a:extLst>
              <a:ext uri="{FF2B5EF4-FFF2-40B4-BE49-F238E27FC236}">
                <a16:creationId xmlns:a16="http://schemas.microsoft.com/office/drawing/2014/main" id="{0029F1FE-99D1-416F-B95F-96370D2404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8825" y="35863"/>
            <a:ext cx="1439590" cy="526004"/>
          </a:xfrm>
          <a:prstGeom prst="rect">
            <a:avLst/>
          </a:prstGeom>
        </p:spPr>
      </p:pic>
      <p:sp>
        <p:nvSpPr>
          <p:cNvPr id="13" name="圖片版面配置區 4">
            <a:extLst>
              <a:ext uri="{FF2B5EF4-FFF2-40B4-BE49-F238E27FC236}">
                <a16:creationId xmlns:a16="http://schemas.microsoft.com/office/drawing/2014/main" id="{462B1DA2-E610-4523-A335-712081ADF45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958843" y="2"/>
            <a:ext cx="8676640" cy="7868920"/>
          </a:xfrm>
          <a:custGeom>
            <a:avLst/>
            <a:gdLst>
              <a:gd name="connsiteX0" fmla="*/ 0 w 4483100"/>
              <a:gd name="connsiteY0" fmla="*/ 4918075 h 4918075"/>
              <a:gd name="connsiteX1" fmla="*/ 1120775 w 4483100"/>
              <a:gd name="connsiteY1" fmla="*/ 0 h 4918075"/>
              <a:gd name="connsiteX2" fmla="*/ 4483100 w 4483100"/>
              <a:gd name="connsiteY2" fmla="*/ 0 h 4918075"/>
              <a:gd name="connsiteX3" fmla="*/ 3362325 w 4483100"/>
              <a:gd name="connsiteY3" fmla="*/ 4918075 h 4918075"/>
              <a:gd name="connsiteX4" fmla="*/ 0 w 4483100"/>
              <a:gd name="connsiteY4" fmla="*/ 4918075 h 4918075"/>
              <a:gd name="connsiteX0" fmla="*/ 0 w 4483100"/>
              <a:gd name="connsiteY0" fmla="*/ 4918075 h 4918075"/>
              <a:gd name="connsiteX1" fmla="*/ 1120775 w 4483100"/>
              <a:gd name="connsiteY1" fmla="*/ 0 h 4918075"/>
              <a:gd name="connsiteX2" fmla="*/ 4483100 w 4483100"/>
              <a:gd name="connsiteY2" fmla="*/ 0 h 4918075"/>
              <a:gd name="connsiteX3" fmla="*/ 3362325 w 4483100"/>
              <a:gd name="connsiteY3" fmla="*/ 4918075 h 4918075"/>
              <a:gd name="connsiteX4" fmla="*/ 0 w 4483100"/>
              <a:gd name="connsiteY4" fmla="*/ 4918075 h 4918075"/>
              <a:gd name="connsiteX0" fmla="*/ 0 w 5457825"/>
              <a:gd name="connsiteY0" fmla="*/ 4918075 h 4918075"/>
              <a:gd name="connsiteX1" fmla="*/ 1120775 w 5457825"/>
              <a:gd name="connsiteY1" fmla="*/ 0 h 4918075"/>
              <a:gd name="connsiteX2" fmla="*/ 4483100 w 5457825"/>
              <a:gd name="connsiteY2" fmla="*/ 0 h 4918075"/>
              <a:gd name="connsiteX3" fmla="*/ 5457825 w 5457825"/>
              <a:gd name="connsiteY3" fmla="*/ 4918075 h 4918075"/>
              <a:gd name="connsiteX4" fmla="*/ 0 w 5457825"/>
              <a:gd name="connsiteY4" fmla="*/ 4918075 h 4918075"/>
              <a:gd name="connsiteX0" fmla="*/ 898525 w 4337050"/>
              <a:gd name="connsiteY0" fmla="*/ 4918075 h 4918075"/>
              <a:gd name="connsiteX1" fmla="*/ 0 w 4337050"/>
              <a:gd name="connsiteY1" fmla="*/ 0 h 4918075"/>
              <a:gd name="connsiteX2" fmla="*/ 3362325 w 4337050"/>
              <a:gd name="connsiteY2" fmla="*/ 0 h 4918075"/>
              <a:gd name="connsiteX3" fmla="*/ 4337050 w 4337050"/>
              <a:gd name="connsiteY3" fmla="*/ 4918075 h 4918075"/>
              <a:gd name="connsiteX4" fmla="*/ 898525 w 4337050"/>
              <a:gd name="connsiteY4" fmla="*/ 4918075 h 4918075"/>
              <a:gd name="connsiteX0" fmla="*/ 898525 w 4575175"/>
              <a:gd name="connsiteY0" fmla="*/ 4918075 h 4918075"/>
              <a:gd name="connsiteX1" fmla="*/ 0 w 4575175"/>
              <a:gd name="connsiteY1" fmla="*/ 0 h 4918075"/>
              <a:gd name="connsiteX2" fmla="*/ 3362325 w 4575175"/>
              <a:gd name="connsiteY2" fmla="*/ 0 h 4918075"/>
              <a:gd name="connsiteX3" fmla="*/ 4575175 w 4575175"/>
              <a:gd name="connsiteY3" fmla="*/ 2851150 h 4918075"/>
              <a:gd name="connsiteX4" fmla="*/ 898525 w 4575175"/>
              <a:gd name="connsiteY4" fmla="*/ 4918075 h 4918075"/>
              <a:gd name="connsiteX0" fmla="*/ 4575175 w 4575175"/>
              <a:gd name="connsiteY0" fmla="*/ 4918075 h 4918075"/>
              <a:gd name="connsiteX1" fmla="*/ 0 w 4575175"/>
              <a:gd name="connsiteY1" fmla="*/ 0 h 4918075"/>
              <a:gd name="connsiteX2" fmla="*/ 3362325 w 4575175"/>
              <a:gd name="connsiteY2" fmla="*/ 0 h 4918075"/>
              <a:gd name="connsiteX3" fmla="*/ 4575175 w 4575175"/>
              <a:gd name="connsiteY3" fmla="*/ 2851150 h 4918075"/>
              <a:gd name="connsiteX4" fmla="*/ 4575175 w 4575175"/>
              <a:gd name="connsiteY4" fmla="*/ 4918075 h 4918075"/>
              <a:gd name="connsiteX0" fmla="*/ 4575175 w 4575175"/>
              <a:gd name="connsiteY0" fmla="*/ 4918075 h 4918075"/>
              <a:gd name="connsiteX1" fmla="*/ 0 w 4575175"/>
              <a:gd name="connsiteY1" fmla="*/ 0 h 4918075"/>
              <a:gd name="connsiteX2" fmla="*/ 3362325 w 4575175"/>
              <a:gd name="connsiteY2" fmla="*/ 0 h 4918075"/>
              <a:gd name="connsiteX3" fmla="*/ 4575175 w 4575175"/>
              <a:gd name="connsiteY3" fmla="*/ 1327150 h 4918075"/>
              <a:gd name="connsiteX4" fmla="*/ 4575175 w 4575175"/>
              <a:gd name="connsiteY4" fmla="*/ 4918075 h 4918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5175" h="4918075">
                <a:moveTo>
                  <a:pt x="4575175" y="4918075"/>
                </a:moveTo>
                <a:lnTo>
                  <a:pt x="0" y="0"/>
                </a:lnTo>
                <a:lnTo>
                  <a:pt x="3362325" y="0"/>
                </a:lnTo>
                <a:lnTo>
                  <a:pt x="4575175" y="1327150"/>
                </a:lnTo>
                <a:lnTo>
                  <a:pt x="4575175" y="4918075"/>
                </a:lnTo>
                <a:close/>
              </a:path>
            </a:pathLst>
          </a:custGeom>
          <a:blipFill>
            <a:blip r:embed="rId3"/>
            <a:srcRect/>
            <a:stretch>
              <a:fillRect l="-58693" t="-441" r="-2535" b="441"/>
            </a:stretch>
          </a:blipFill>
          <a:ln>
            <a:noFill/>
          </a:ln>
        </p:spPr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55302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2">
            <a:extLst>
              <a:ext uri="{FF2B5EF4-FFF2-40B4-BE49-F238E27FC236}">
                <a16:creationId xmlns:a16="http://schemas.microsoft.com/office/drawing/2014/main" id="{0E50A31C-5EC5-434A-A2EA-488EFA2FDCF7}"/>
              </a:ext>
            </a:extLst>
          </p:cNvPr>
          <p:cNvSpPr/>
          <p:nvPr userDrawn="1"/>
        </p:nvSpPr>
        <p:spPr>
          <a:xfrm flipV="1">
            <a:off x="10254581" y="7777966"/>
            <a:ext cx="4375819" cy="461605"/>
          </a:xfrm>
          <a:custGeom>
            <a:avLst/>
            <a:gdLst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0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05562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99437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6723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590958 w 8877300"/>
              <a:gd name="connsiteY3" fmla="*/ 119752 h 127388"/>
              <a:gd name="connsiteX4" fmla="*/ 0 w 8877300"/>
              <a:gd name="connsiteY4" fmla="*/ 0 h 127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7300" h="127388">
                <a:moveTo>
                  <a:pt x="0" y="0"/>
                </a:moveTo>
                <a:lnTo>
                  <a:pt x="8877300" y="0"/>
                </a:lnTo>
                <a:lnTo>
                  <a:pt x="8877300" y="127388"/>
                </a:lnTo>
                <a:lnTo>
                  <a:pt x="590958" y="119752"/>
                </a:lnTo>
                <a:lnTo>
                  <a:pt x="0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987" dirty="0">
                <a:highlight>
                  <a:srgbClr val="EFEFEF"/>
                </a:highlight>
              </a:rPr>
              <a:t> 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CEEB6A92-683D-4A4D-BEBB-B8D6F1D7FB5E}"/>
              </a:ext>
            </a:extLst>
          </p:cNvPr>
          <p:cNvSpPr txBox="1">
            <a:spLocks/>
          </p:cNvSpPr>
          <p:nvPr userDrawn="1"/>
        </p:nvSpPr>
        <p:spPr>
          <a:xfrm>
            <a:off x="13854944" y="7675512"/>
            <a:ext cx="1000493" cy="619116"/>
          </a:xfrm>
          <a:prstGeom prst="rect">
            <a:avLst/>
          </a:prstGeom>
        </p:spPr>
        <p:txBody>
          <a:bodyPr vert="horz" lIns="109728" tIns="54864" rIns="109728" bIns="54864" rtlCol="0" anchor="ctr"/>
          <a:lstStyle>
            <a:defPPr>
              <a:defRPr lang="zh-TW"/>
            </a:defPPr>
            <a:lvl1pPr marL="0" algn="ctr" defTabSz="914400" rtl="0" eaLnBrk="1" latinLnBrk="0" hangingPunct="1"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FF80D99-EBBB-423B-BB5D-F52C7FE98A9C}" type="slidenum">
              <a:rPr lang="en-US" sz="3360" smtClean="0"/>
              <a:pPr algn="l"/>
              <a:t>‹#›</a:t>
            </a:fld>
            <a:endParaRPr lang="en-US" sz="336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2068774-F19D-4A3C-8129-114889844995}"/>
              </a:ext>
            </a:extLst>
          </p:cNvPr>
          <p:cNvSpPr txBox="1"/>
          <p:nvPr userDrawn="1"/>
        </p:nvSpPr>
        <p:spPr>
          <a:xfrm>
            <a:off x="13411450" y="7838342"/>
            <a:ext cx="623765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40" dirty="0">
                <a:solidFill>
                  <a:srgbClr val="3B3B3B"/>
                </a:solidFill>
              </a:rPr>
              <a:t>page</a:t>
            </a:r>
            <a:endParaRPr lang="zh-TW" altLang="en-US" sz="1440" dirty="0">
              <a:solidFill>
                <a:srgbClr val="3B3B3B"/>
              </a:solidFill>
            </a:endParaRPr>
          </a:p>
        </p:txBody>
      </p:sp>
      <p:sp>
        <p:nvSpPr>
          <p:cNvPr id="26" name="矩形 1">
            <a:extLst>
              <a:ext uri="{FF2B5EF4-FFF2-40B4-BE49-F238E27FC236}">
                <a16:creationId xmlns:a16="http://schemas.microsoft.com/office/drawing/2014/main" id="{30D6C20B-DB12-4BA2-8CE3-158D929897AB}"/>
              </a:ext>
            </a:extLst>
          </p:cNvPr>
          <p:cNvSpPr/>
          <p:nvPr userDrawn="1"/>
        </p:nvSpPr>
        <p:spPr>
          <a:xfrm>
            <a:off x="-11430" y="7675514"/>
            <a:ext cx="11470838" cy="573608"/>
          </a:xfrm>
          <a:custGeom>
            <a:avLst/>
            <a:gdLst>
              <a:gd name="connsiteX0" fmla="*/ 0 w 10953750"/>
              <a:gd name="connsiteY0" fmla="*/ 0 h 327454"/>
              <a:gd name="connsiteX1" fmla="*/ 10953750 w 10953750"/>
              <a:gd name="connsiteY1" fmla="*/ 0 h 327454"/>
              <a:gd name="connsiteX2" fmla="*/ 10953750 w 10953750"/>
              <a:gd name="connsiteY2" fmla="*/ 327454 h 327454"/>
              <a:gd name="connsiteX3" fmla="*/ 0 w 10953750"/>
              <a:gd name="connsiteY3" fmla="*/ 327454 h 327454"/>
              <a:gd name="connsiteX4" fmla="*/ 0 w 10953750"/>
              <a:gd name="connsiteY4" fmla="*/ 0 h 327454"/>
              <a:gd name="connsiteX0" fmla="*/ 0 w 10953750"/>
              <a:gd name="connsiteY0" fmla="*/ 9525 h 336979"/>
              <a:gd name="connsiteX1" fmla="*/ 10696575 w 10953750"/>
              <a:gd name="connsiteY1" fmla="*/ 0 h 336979"/>
              <a:gd name="connsiteX2" fmla="*/ 10953750 w 10953750"/>
              <a:gd name="connsiteY2" fmla="*/ 336979 h 336979"/>
              <a:gd name="connsiteX3" fmla="*/ 0 w 10953750"/>
              <a:gd name="connsiteY3" fmla="*/ 336979 h 336979"/>
              <a:gd name="connsiteX4" fmla="*/ 0 w 10953750"/>
              <a:gd name="connsiteY4" fmla="*/ 9525 h 336979"/>
              <a:gd name="connsiteX0" fmla="*/ 0 w 10953750"/>
              <a:gd name="connsiteY0" fmla="*/ 28575 h 356029"/>
              <a:gd name="connsiteX1" fmla="*/ 10652093 w 10953750"/>
              <a:gd name="connsiteY1" fmla="*/ 0 h 356029"/>
              <a:gd name="connsiteX2" fmla="*/ 10953750 w 10953750"/>
              <a:gd name="connsiteY2" fmla="*/ 356029 h 356029"/>
              <a:gd name="connsiteX3" fmla="*/ 0 w 10953750"/>
              <a:gd name="connsiteY3" fmla="*/ 356029 h 356029"/>
              <a:gd name="connsiteX4" fmla="*/ 0 w 10953750"/>
              <a:gd name="connsiteY4" fmla="*/ 28575 h 356029"/>
              <a:gd name="connsiteX0" fmla="*/ 0 w 10953750"/>
              <a:gd name="connsiteY0" fmla="*/ 5715 h 333169"/>
              <a:gd name="connsiteX1" fmla="*/ 10634300 w 10953750"/>
              <a:gd name="connsiteY1" fmla="*/ 0 h 333169"/>
              <a:gd name="connsiteX2" fmla="*/ 10953750 w 10953750"/>
              <a:gd name="connsiteY2" fmla="*/ 333169 h 333169"/>
              <a:gd name="connsiteX3" fmla="*/ 0 w 10953750"/>
              <a:gd name="connsiteY3" fmla="*/ 333169 h 333169"/>
              <a:gd name="connsiteX4" fmla="*/ 0 w 10953750"/>
              <a:gd name="connsiteY4" fmla="*/ 5715 h 333169"/>
              <a:gd name="connsiteX0" fmla="*/ 0 w 10941856"/>
              <a:gd name="connsiteY0" fmla="*/ 5715 h 344399"/>
              <a:gd name="connsiteX1" fmla="*/ 10634300 w 10941856"/>
              <a:gd name="connsiteY1" fmla="*/ 0 h 344399"/>
              <a:gd name="connsiteX2" fmla="*/ 10941856 w 10941856"/>
              <a:gd name="connsiteY2" fmla="*/ 344399 h 344399"/>
              <a:gd name="connsiteX3" fmla="*/ 0 w 10941856"/>
              <a:gd name="connsiteY3" fmla="*/ 333169 h 344399"/>
              <a:gd name="connsiteX4" fmla="*/ 0 w 10941856"/>
              <a:gd name="connsiteY4" fmla="*/ 5715 h 344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41856" h="344399">
                <a:moveTo>
                  <a:pt x="0" y="5715"/>
                </a:moveTo>
                <a:lnTo>
                  <a:pt x="10634300" y="0"/>
                </a:lnTo>
                <a:lnTo>
                  <a:pt x="10941856" y="344399"/>
                </a:lnTo>
                <a:lnTo>
                  <a:pt x="0" y="333169"/>
                </a:lnTo>
                <a:lnTo>
                  <a:pt x="0" y="5715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43000">
                <a:srgbClr val="C3CFE4"/>
              </a:gs>
              <a:gs pos="100000">
                <a:srgbClr val="3476BE"/>
              </a:gs>
            </a:gsLst>
            <a:lin ang="5400000" scaled="1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6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6599AED-0E3D-42BB-B6EE-260A895AC3F9}"/>
              </a:ext>
            </a:extLst>
          </p:cNvPr>
          <p:cNvSpPr txBox="1"/>
          <p:nvPr userDrawn="1"/>
        </p:nvSpPr>
        <p:spPr>
          <a:xfrm>
            <a:off x="109730" y="7885417"/>
            <a:ext cx="3966641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4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1</a:t>
            </a:r>
            <a:r>
              <a:rPr lang="en-US" altLang="zh-TW" sz="1440" baseline="30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st</a:t>
            </a:r>
            <a:r>
              <a:rPr lang="en-US" altLang="zh-TW" sz="144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 Tier Light Guide Application Company</a:t>
            </a:r>
            <a:endParaRPr lang="zh-TW" altLang="en-US" sz="144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字版面配置區 32">
            <a:extLst>
              <a:ext uri="{FF2B5EF4-FFF2-40B4-BE49-F238E27FC236}">
                <a16:creationId xmlns:a16="http://schemas.microsoft.com/office/drawing/2014/main" id="{9EB7DD93-134A-44F1-84CF-0FC0AB2B46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329798" y="7793689"/>
            <a:ext cx="2018521" cy="461605"/>
          </a:xfrm>
        </p:spPr>
        <p:txBody>
          <a:bodyPr/>
          <a:lstStyle>
            <a:lvl1pPr algn="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點一下編輯日期</a:t>
            </a:r>
          </a:p>
        </p:txBody>
      </p:sp>
      <p:sp>
        <p:nvSpPr>
          <p:cNvPr id="14" name="Google Shape;40;p4">
            <a:extLst>
              <a:ext uri="{FF2B5EF4-FFF2-40B4-BE49-F238E27FC236}">
                <a16:creationId xmlns:a16="http://schemas.microsoft.com/office/drawing/2014/main" id="{BA15B4E0-404C-4E54-B021-0DFD39C4FF1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flipH="1">
            <a:off x="727789" y="2594737"/>
            <a:ext cx="7893696" cy="165703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432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9pPr>
          </a:lstStyle>
          <a:p>
            <a:endParaRPr dirty="0"/>
          </a:p>
        </p:txBody>
      </p:sp>
      <p:sp>
        <p:nvSpPr>
          <p:cNvPr id="15" name="文字版面配置區 36">
            <a:extLst>
              <a:ext uri="{FF2B5EF4-FFF2-40B4-BE49-F238E27FC236}">
                <a16:creationId xmlns:a16="http://schemas.microsoft.com/office/drawing/2014/main" id="{069A183E-8A9D-410D-87E4-B39E1FE569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7789" y="4251772"/>
            <a:ext cx="7893696" cy="704702"/>
          </a:xfrm>
        </p:spPr>
        <p:txBody>
          <a:bodyPr/>
          <a:lstStyle>
            <a:lvl1pPr marL="0" indent="0" algn="l">
              <a:buNone/>
              <a:defRPr sz="2640" b="0">
                <a:solidFill>
                  <a:srgbClr val="3B3B3B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/>
            <a:r>
              <a:rPr lang="zh-TW" altLang="en-US" dirty="0"/>
              <a:t>按一下編輯作者</a:t>
            </a:r>
          </a:p>
        </p:txBody>
      </p:sp>
      <p:pic>
        <p:nvPicPr>
          <p:cNvPr id="16" name="圖片 15" descr="一張含有 文字, 裝置, 控制台 的圖片&#10;&#10;自動產生的描述">
            <a:extLst>
              <a:ext uri="{FF2B5EF4-FFF2-40B4-BE49-F238E27FC236}">
                <a16:creationId xmlns:a16="http://schemas.microsoft.com/office/drawing/2014/main" id="{0029F1FE-99D1-416F-B95F-96370D2404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8825" y="35863"/>
            <a:ext cx="1439590" cy="526004"/>
          </a:xfrm>
          <a:prstGeom prst="rect">
            <a:avLst/>
          </a:prstGeom>
        </p:spPr>
      </p:pic>
      <p:sp>
        <p:nvSpPr>
          <p:cNvPr id="13" name="圖片版面配置區 4">
            <a:extLst>
              <a:ext uri="{FF2B5EF4-FFF2-40B4-BE49-F238E27FC236}">
                <a16:creationId xmlns:a16="http://schemas.microsoft.com/office/drawing/2014/main" id="{462B1DA2-E610-4523-A335-712081ADF45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958843" y="2"/>
            <a:ext cx="8676640" cy="7868920"/>
          </a:xfrm>
          <a:custGeom>
            <a:avLst/>
            <a:gdLst>
              <a:gd name="connsiteX0" fmla="*/ 0 w 4483100"/>
              <a:gd name="connsiteY0" fmla="*/ 4918075 h 4918075"/>
              <a:gd name="connsiteX1" fmla="*/ 1120775 w 4483100"/>
              <a:gd name="connsiteY1" fmla="*/ 0 h 4918075"/>
              <a:gd name="connsiteX2" fmla="*/ 4483100 w 4483100"/>
              <a:gd name="connsiteY2" fmla="*/ 0 h 4918075"/>
              <a:gd name="connsiteX3" fmla="*/ 3362325 w 4483100"/>
              <a:gd name="connsiteY3" fmla="*/ 4918075 h 4918075"/>
              <a:gd name="connsiteX4" fmla="*/ 0 w 4483100"/>
              <a:gd name="connsiteY4" fmla="*/ 4918075 h 4918075"/>
              <a:gd name="connsiteX0" fmla="*/ 0 w 4483100"/>
              <a:gd name="connsiteY0" fmla="*/ 4918075 h 4918075"/>
              <a:gd name="connsiteX1" fmla="*/ 1120775 w 4483100"/>
              <a:gd name="connsiteY1" fmla="*/ 0 h 4918075"/>
              <a:gd name="connsiteX2" fmla="*/ 4483100 w 4483100"/>
              <a:gd name="connsiteY2" fmla="*/ 0 h 4918075"/>
              <a:gd name="connsiteX3" fmla="*/ 3362325 w 4483100"/>
              <a:gd name="connsiteY3" fmla="*/ 4918075 h 4918075"/>
              <a:gd name="connsiteX4" fmla="*/ 0 w 4483100"/>
              <a:gd name="connsiteY4" fmla="*/ 4918075 h 4918075"/>
              <a:gd name="connsiteX0" fmla="*/ 0 w 5457825"/>
              <a:gd name="connsiteY0" fmla="*/ 4918075 h 4918075"/>
              <a:gd name="connsiteX1" fmla="*/ 1120775 w 5457825"/>
              <a:gd name="connsiteY1" fmla="*/ 0 h 4918075"/>
              <a:gd name="connsiteX2" fmla="*/ 4483100 w 5457825"/>
              <a:gd name="connsiteY2" fmla="*/ 0 h 4918075"/>
              <a:gd name="connsiteX3" fmla="*/ 5457825 w 5457825"/>
              <a:gd name="connsiteY3" fmla="*/ 4918075 h 4918075"/>
              <a:gd name="connsiteX4" fmla="*/ 0 w 5457825"/>
              <a:gd name="connsiteY4" fmla="*/ 4918075 h 4918075"/>
              <a:gd name="connsiteX0" fmla="*/ 898525 w 4337050"/>
              <a:gd name="connsiteY0" fmla="*/ 4918075 h 4918075"/>
              <a:gd name="connsiteX1" fmla="*/ 0 w 4337050"/>
              <a:gd name="connsiteY1" fmla="*/ 0 h 4918075"/>
              <a:gd name="connsiteX2" fmla="*/ 3362325 w 4337050"/>
              <a:gd name="connsiteY2" fmla="*/ 0 h 4918075"/>
              <a:gd name="connsiteX3" fmla="*/ 4337050 w 4337050"/>
              <a:gd name="connsiteY3" fmla="*/ 4918075 h 4918075"/>
              <a:gd name="connsiteX4" fmla="*/ 898525 w 4337050"/>
              <a:gd name="connsiteY4" fmla="*/ 4918075 h 4918075"/>
              <a:gd name="connsiteX0" fmla="*/ 898525 w 4575175"/>
              <a:gd name="connsiteY0" fmla="*/ 4918075 h 4918075"/>
              <a:gd name="connsiteX1" fmla="*/ 0 w 4575175"/>
              <a:gd name="connsiteY1" fmla="*/ 0 h 4918075"/>
              <a:gd name="connsiteX2" fmla="*/ 3362325 w 4575175"/>
              <a:gd name="connsiteY2" fmla="*/ 0 h 4918075"/>
              <a:gd name="connsiteX3" fmla="*/ 4575175 w 4575175"/>
              <a:gd name="connsiteY3" fmla="*/ 2851150 h 4918075"/>
              <a:gd name="connsiteX4" fmla="*/ 898525 w 4575175"/>
              <a:gd name="connsiteY4" fmla="*/ 4918075 h 4918075"/>
              <a:gd name="connsiteX0" fmla="*/ 4575175 w 4575175"/>
              <a:gd name="connsiteY0" fmla="*/ 4918075 h 4918075"/>
              <a:gd name="connsiteX1" fmla="*/ 0 w 4575175"/>
              <a:gd name="connsiteY1" fmla="*/ 0 h 4918075"/>
              <a:gd name="connsiteX2" fmla="*/ 3362325 w 4575175"/>
              <a:gd name="connsiteY2" fmla="*/ 0 h 4918075"/>
              <a:gd name="connsiteX3" fmla="*/ 4575175 w 4575175"/>
              <a:gd name="connsiteY3" fmla="*/ 2851150 h 4918075"/>
              <a:gd name="connsiteX4" fmla="*/ 4575175 w 4575175"/>
              <a:gd name="connsiteY4" fmla="*/ 4918075 h 4918075"/>
              <a:gd name="connsiteX0" fmla="*/ 4575175 w 4575175"/>
              <a:gd name="connsiteY0" fmla="*/ 4918075 h 4918075"/>
              <a:gd name="connsiteX1" fmla="*/ 0 w 4575175"/>
              <a:gd name="connsiteY1" fmla="*/ 0 h 4918075"/>
              <a:gd name="connsiteX2" fmla="*/ 3362325 w 4575175"/>
              <a:gd name="connsiteY2" fmla="*/ 0 h 4918075"/>
              <a:gd name="connsiteX3" fmla="*/ 4575175 w 4575175"/>
              <a:gd name="connsiteY3" fmla="*/ 1327150 h 4918075"/>
              <a:gd name="connsiteX4" fmla="*/ 4575175 w 4575175"/>
              <a:gd name="connsiteY4" fmla="*/ 4918075 h 4918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5175" h="4918075">
                <a:moveTo>
                  <a:pt x="4575175" y="4918075"/>
                </a:moveTo>
                <a:lnTo>
                  <a:pt x="0" y="0"/>
                </a:lnTo>
                <a:lnTo>
                  <a:pt x="3362325" y="0"/>
                </a:lnTo>
                <a:lnTo>
                  <a:pt x="4575175" y="1327150"/>
                </a:lnTo>
                <a:lnTo>
                  <a:pt x="4575175" y="4918075"/>
                </a:lnTo>
                <a:close/>
              </a:path>
            </a:pathLst>
          </a:custGeom>
          <a:blipFill>
            <a:blip r:embed="rId3"/>
            <a:srcRect/>
            <a:stretch>
              <a:fillRect l="-44554" t="150" r="-16674" b="-150"/>
            </a:stretch>
          </a:blipFill>
          <a:ln>
            <a:noFill/>
          </a:ln>
        </p:spPr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587496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40;p4">
            <a:extLst>
              <a:ext uri="{FF2B5EF4-FFF2-40B4-BE49-F238E27FC236}">
                <a16:creationId xmlns:a16="http://schemas.microsoft.com/office/drawing/2014/main" id="{FBFB590C-4495-4B5C-99AB-23C2F4EC214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flipH="1">
            <a:off x="727790" y="1595710"/>
            <a:ext cx="10088255" cy="165703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432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9pPr>
          </a:lstStyle>
          <a:p>
            <a:endParaRPr dirty="0"/>
          </a:p>
        </p:txBody>
      </p:sp>
      <p:sp>
        <p:nvSpPr>
          <p:cNvPr id="37" name="文字版面配置區 36">
            <a:extLst>
              <a:ext uri="{FF2B5EF4-FFF2-40B4-BE49-F238E27FC236}">
                <a16:creationId xmlns:a16="http://schemas.microsoft.com/office/drawing/2014/main" id="{6CA2A8B7-0E29-4F55-A792-1BA0F68D59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7790" y="3270161"/>
            <a:ext cx="9254039" cy="704702"/>
          </a:xfrm>
        </p:spPr>
        <p:txBody>
          <a:bodyPr/>
          <a:lstStyle>
            <a:lvl1pPr marL="0" indent="0" algn="l">
              <a:buNone/>
              <a:defRPr sz="2640" b="0">
                <a:solidFill>
                  <a:srgbClr val="3B3B3B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/>
            <a:r>
              <a:rPr lang="zh-TW" altLang="en-US" dirty="0"/>
              <a:t>按一下編輯作者</a:t>
            </a:r>
          </a:p>
        </p:txBody>
      </p:sp>
      <p:pic>
        <p:nvPicPr>
          <p:cNvPr id="9" name="圖片 8" descr="一張含有 文字, 裝置, 控制台 的圖片&#10;&#10;自動產生的描述">
            <a:extLst>
              <a:ext uri="{FF2B5EF4-FFF2-40B4-BE49-F238E27FC236}">
                <a16:creationId xmlns:a16="http://schemas.microsoft.com/office/drawing/2014/main" id="{7C007951-4E5C-4A23-A1AD-4E1E0E8D54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8825" y="35863"/>
            <a:ext cx="1439590" cy="52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486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17AF14F9-D443-4F12-9D05-844AFE799E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2" name="Google Shape;40;p4">
            <a:extLst>
              <a:ext uri="{FF2B5EF4-FFF2-40B4-BE49-F238E27FC236}">
                <a16:creationId xmlns:a16="http://schemas.microsoft.com/office/drawing/2014/main" id="{F5C0FAEC-72AC-40A1-B6FC-69CAFAD10F3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flipH="1">
            <a:off x="2549932" y="424512"/>
            <a:ext cx="11485283" cy="64938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4320">
                <a:solidFill>
                  <a:schemeClr val="tx2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9pPr>
          </a:lstStyle>
          <a:p>
            <a:endParaRPr dirty="0"/>
          </a:p>
        </p:txBody>
      </p:sp>
      <p:sp>
        <p:nvSpPr>
          <p:cNvPr id="23" name="內容版面配置區 5">
            <a:extLst>
              <a:ext uri="{FF2B5EF4-FFF2-40B4-BE49-F238E27FC236}">
                <a16:creationId xmlns:a16="http://schemas.microsoft.com/office/drawing/2014/main" id="{7E1DB4DF-5790-4599-80CC-88C0E35D4B9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1325" y="1614326"/>
            <a:ext cx="13423889" cy="5683588"/>
          </a:xfrm>
        </p:spPr>
        <p:txBody>
          <a:bodyPr/>
          <a:lstStyle>
            <a:lvl1pPr marL="0" indent="182880">
              <a:buNone/>
              <a:defRPr sz="3360">
                <a:solidFill>
                  <a:schemeClr val="tx2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marL="548640" marR="0" lvl="0" indent="-365760" algn="l" defTabSz="109728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Light"/>
              <a:buNone/>
              <a:tabLst/>
              <a:defRPr/>
            </a:pPr>
            <a:r>
              <a:rPr lang="zh-TW" altLang="en-US" dirty="0"/>
              <a:t>內容</a:t>
            </a:r>
          </a:p>
          <a:p>
            <a:pPr lvl="0"/>
            <a:endParaRPr lang="zh-TW" altLang="en-US" dirty="0"/>
          </a:p>
        </p:txBody>
      </p:sp>
      <p:pic>
        <p:nvPicPr>
          <p:cNvPr id="24" name="圖片 23" descr="一張含有 文字, 裝置, 控制台 的圖片&#10;&#10;自動產生的描述">
            <a:extLst>
              <a:ext uri="{FF2B5EF4-FFF2-40B4-BE49-F238E27FC236}">
                <a16:creationId xmlns:a16="http://schemas.microsoft.com/office/drawing/2014/main" id="{D2CB05CF-CA10-4DEF-8579-81E1BFBBCAE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5789" y="413596"/>
            <a:ext cx="1777262" cy="649385"/>
          </a:xfrm>
          <a:prstGeom prst="rect">
            <a:avLst/>
          </a:prstGeom>
        </p:spPr>
      </p:pic>
      <p:sp>
        <p:nvSpPr>
          <p:cNvPr id="12" name="矩形 2">
            <a:extLst>
              <a:ext uri="{FF2B5EF4-FFF2-40B4-BE49-F238E27FC236}">
                <a16:creationId xmlns:a16="http://schemas.microsoft.com/office/drawing/2014/main" id="{0E50A31C-5EC5-434A-A2EA-488EFA2FDCF7}"/>
              </a:ext>
            </a:extLst>
          </p:cNvPr>
          <p:cNvSpPr/>
          <p:nvPr userDrawn="1"/>
        </p:nvSpPr>
        <p:spPr>
          <a:xfrm flipV="1">
            <a:off x="10254581" y="7777966"/>
            <a:ext cx="4375819" cy="461605"/>
          </a:xfrm>
          <a:custGeom>
            <a:avLst/>
            <a:gdLst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0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05562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99437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6723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590958 w 8877300"/>
              <a:gd name="connsiteY3" fmla="*/ 119752 h 127388"/>
              <a:gd name="connsiteX4" fmla="*/ 0 w 8877300"/>
              <a:gd name="connsiteY4" fmla="*/ 0 h 127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7300" h="127388">
                <a:moveTo>
                  <a:pt x="0" y="0"/>
                </a:moveTo>
                <a:lnTo>
                  <a:pt x="8877300" y="0"/>
                </a:lnTo>
                <a:lnTo>
                  <a:pt x="8877300" y="127388"/>
                </a:lnTo>
                <a:lnTo>
                  <a:pt x="590958" y="119752"/>
                </a:lnTo>
                <a:lnTo>
                  <a:pt x="0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987" dirty="0">
                <a:highlight>
                  <a:srgbClr val="EFEFEF"/>
                </a:highlight>
              </a:rPr>
              <a:t> 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CEEB6A92-683D-4A4D-BEBB-B8D6F1D7FB5E}"/>
              </a:ext>
            </a:extLst>
          </p:cNvPr>
          <p:cNvSpPr txBox="1">
            <a:spLocks/>
          </p:cNvSpPr>
          <p:nvPr userDrawn="1"/>
        </p:nvSpPr>
        <p:spPr>
          <a:xfrm>
            <a:off x="13854944" y="7675512"/>
            <a:ext cx="1000493" cy="619116"/>
          </a:xfrm>
          <a:prstGeom prst="rect">
            <a:avLst/>
          </a:prstGeom>
        </p:spPr>
        <p:txBody>
          <a:bodyPr vert="horz" lIns="109728" tIns="54864" rIns="109728" bIns="54864" rtlCol="0" anchor="ctr"/>
          <a:lstStyle>
            <a:defPPr>
              <a:defRPr lang="zh-TW"/>
            </a:defPPr>
            <a:lvl1pPr marL="0" algn="ctr" defTabSz="914400" rtl="0" eaLnBrk="1" latinLnBrk="0" hangingPunct="1"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FF80D99-EBBB-423B-BB5D-F52C7FE98A9C}" type="slidenum">
              <a:rPr lang="en-US" sz="3360" smtClean="0"/>
              <a:pPr algn="l"/>
              <a:t>‹#›</a:t>
            </a:fld>
            <a:endParaRPr lang="en-US" sz="336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2068774-F19D-4A3C-8129-114889844995}"/>
              </a:ext>
            </a:extLst>
          </p:cNvPr>
          <p:cNvSpPr txBox="1"/>
          <p:nvPr userDrawn="1"/>
        </p:nvSpPr>
        <p:spPr>
          <a:xfrm>
            <a:off x="13411450" y="7838342"/>
            <a:ext cx="623765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40" dirty="0">
                <a:solidFill>
                  <a:srgbClr val="3B3B3B"/>
                </a:solidFill>
              </a:rPr>
              <a:t>page</a:t>
            </a:r>
            <a:endParaRPr lang="zh-TW" altLang="en-US" sz="1440" dirty="0">
              <a:solidFill>
                <a:srgbClr val="3B3B3B"/>
              </a:solidFill>
            </a:endParaRPr>
          </a:p>
        </p:txBody>
      </p:sp>
      <p:sp>
        <p:nvSpPr>
          <p:cNvPr id="26" name="矩形 1">
            <a:extLst>
              <a:ext uri="{FF2B5EF4-FFF2-40B4-BE49-F238E27FC236}">
                <a16:creationId xmlns:a16="http://schemas.microsoft.com/office/drawing/2014/main" id="{30D6C20B-DB12-4BA2-8CE3-158D929897AB}"/>
              </a:ext>
            </a:extLst>
          </p:cNvPr>
          <p:cNvSpPr/>
          <p:nvPr userDrawn="1"/>
        </p:nvSpPr>
        <p:spPr>
          <a:xfrm>
            <a:off x="-11430" y="7675514"/>
            <a:ext cx="11470838" cy="573608"/>
          </a:xfrm>
          <a:custGeom>
            <a:avLst/>
            <a:gdLst>
              <a:gd name="connsiteX0" fmla="*/ 0 w 10953750"/>
              <a:gd name="connsiteY0" fmla="*/ 0 h 327454"/>
              <a:gd name="connsiteX1" fmla="*/ 10953750 w 10953750"/>
              <a:gd name="connsiteY1" fmla="*/ 0 h 327454"/>
              <a:gd name="connsiteX2" fmla="*/ 10953750 w 10953750"/>
              <a:gd name="connsiteY2" fmla="*/ 327454 h 327454"/>
              <a:gd name="connsiteX3" fmla="*/ 0 w 10953750"/>
              <a:gd name="connsiteY3" fmla="*/ 327454 h 327454"/>
              <a:gd name="connsiteX4" fmla="*/ 0 w 10953750"/>
              <a:gd name="connsiteY4" fmla="*/ 0 h 327454"/>
              <a:gd name="connsiteX0" fmla="*/ 0 w 10953750"/>
              <a:gd name="connsiteY0" fmla="*/ 9525 h 336979"/>
              <a:gd name="connsiteX1" fmla="*/ 10696575 w 10953750"/>
              <a:gd name="connsiteY1" fmla="*/ 0 h 336979"/>
              <a:gd name="connsiteX2" fmla="*/ 10953750 w 10953750"/>
              <a:gd name="connsiteY2" fmla="*/ 336979 h 336979"/>
              <a:gd name="connsiteX3" fmla="*/ 0 w 10953750"/>
              <a:gd name="connsiteY3" fmla="*/ 336979 h 336979"/>
              <a:gd name="connsiteX4" fmla="*/ 0 w 10953750"/>
              <a:gd name="connsiteY4" fmla="*/ 9525 h 336979"/>
              <a:gd name="connsiteX0" fmla="*/ 0 w 10953750"/>
              <a:gd name="connsiteY0" fmla="*/ 28575 h 356029"/>
              <a:gd name="connsiteX1" fmla="*/ 10652093 w 10953750"/>
              <a:gd name="connsiteY1" fmla="*/ 0 h 356029"/>
              <a:gd name="connsiteX2" fmla="*/ 10953750 w 10953750"/>
              <a:gd name="connsiteY2" fmla="*/ 356029 h 356029"/>
              <a:gd name="connsiteX3" fmla="*/ 0 w 10953750"/>
              <a:gd name="connsiteY3" fmla="*/ 356029 h 356029"/>
              <a:gd name="connsiteX4" fmla="*/ 0 w 10953750"/>
              <a:gd name="connsiteY4" fmla="*/ 28575 h 356029"/>
              <a:gd name="connsiteX0" fmla="*/ 0 w 10953750"/>
              <a:gd name="connsiteY0" fmla="*/ 5715 h 333169"/>
              <a:gd name="connsiteX1" fmla="*/ 10634300 w 10953750"/>
              <a:gd name="connsiteY1" fmla="*/ 0 h 333169"/>
              <a:gd name="connsiteX2" fmla="*/ 10953750 w 10953750"/>
              <a:gd name="connsiteY2" fmla="*/ 333169 h 333169"/>
              <a:gd name="connsiteX3" fmla="*/ 0 w 10953750"/>
              <a:gd name="connsiteY3" fmla="*/ 333169 h 333169"/>
              <a:gd name="connsiteX4" fmla="*/ 0 w 10953750"/>
              <a:gd name="connsiteY4" fmla="*/ 5715 h 333169"/>
              <a:gd name="connsiteX0" fmla="*/ 0 w 10941856"/>
              <a:gd name="connsiteY0" fmla="*/ 5715 h 344399"/>
              <a:gd name="connsiteX1" fmla="*/ 10634300 w 10941856"/>
              <a:gd name="connsiteY1" fmla="*/ 0 h 344399"/>
              <a:gd name="connsiteX2" fmla="*/ 10941856 w 10941856"/>
              <a:gd name="connsiteY2" fmla="*/ 344399 h 344399"/>
              <a:gd name="connsiteX3" fmla="*/ 0 w 10941856"/>
              <a:gd name="connsiteY3" fmla="*/ 333169 h 344399"/>
              <a:gd name="connsiteX4" fmla="*/ 0 w 10941856"/>
              <a:gd name="connsiteY4" fmla="*/ 5715 h 344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41856" h="344399">
                <a:moveTo>
                  <a:pt x="0" y="5715"/>
                </a:moveTo>
                <a:lnTo>
                  <a:pt x="10634300" y="0"/>
                </a:lnTo>
                <a:lnTo>
                  <a:pt x="10941856" y="344399"/>
                </a:lnTo>
                <a:lnTo>
                  <a:pt x="0" y="333169"/>
                </a:lnTo>
                <a:lnTo>
                  <a:pt x="0" y="5715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43000">
                <a:srgbClr val="C3CFE4"/>
              </a:gs>
              <a:gs pos="100000">
                <a:srgbClr val="3476BE"/>
              </a:gs>
            </a:gsLst>
            <a:lin ang="5400000" scaled="1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6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6599AED-0E3D-42BB-B6EE-260A895AC3F9}"/>
              </a:ext>
            </a:extLst>
          </p:cNvPr>
          <p:cNvSpPr txBox="1"/>
          <p:nvPr userDrawn="1"/>
        </p:nvSpPr>
        <p:spPr>
          <a:xfrm>
            <a:off x="109730" y="7885417"/>
            <a:ext cx="3966641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4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1</a:t>
            </a:r>
            <a:r>
              <a:rPr lang="en-US" altLang="zh-TW" sz="1440" baseline="30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st</a:t>
            </a:r>
            <a:r>
              <a:rPr lang="en-US" altLang="zh-TW" sz="144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 Tier Light Guide Application Company</a:t>
            </a:r>
            <a:endParaRPr lang="zh-TW" altLang="en-US" sz="144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字版面配置區 32">
            <a:extLst>
              <a:ext uri="{FF2B5EF4-FFF2-40B4-BE49-F238E27FC236}">
                <a16:creationId xmlns:a16="http://schemas.microsoft.com/office/drawing/2014/main" id="{9EB7DD93-134A-44F1-84CF-0FC0AB2B46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329798" y="7793689"/>
            <a:ext cx="2018521" cy="461605"/>
          </a:xfrm>
        </p:spPr>
        <p:txBody>
          <a:bodyPr/>
          <a:lstStyle>
            <a:lvl1pPr marL="182880" indent="0" algn="r">
              <a:buFont typeface="Arial" panose="020B0604020202020204" pitchFamily="34" charset="0"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點一下編輯日期</a:t>
            </a:r>
          </a:p>
        </p:txBody>
      </p:sp>
    </p:spTree>
    <p:extLst>
      <p:ext uri="{BB962C8B-B14F-4D97-AF65-F5344CB8AC3E}">
        <p14:creationId xmlns:p14="http://schemas.microsoft.com/office/powerpoint/2010/main" val="7582610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E9111FF-528B-4189-B638-C19FE6C5A8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6" name="文字版面配置區 9">
            <a:extLst>
              <a:ext uri="{FF2B5EF4-FFF2-40B4-BE49-F238E27FC236}">
                <a16:creationId xmlns:a16="http://schemas.microsoft.com/office/drawing/2014/main" id="{693DDF2D-D26D-41A0-A88C-E772C2F6E35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99213" y="1671133"/>
            <a:ext cx="4742490" cy="875758"/>
          </a:xfrm>
        </p:spPr>
        <p:txBody>
          <a:bodyPr/>
          <a:lstStyle>
            <a:lvl1pPr marL="0" indent="0" algn="r">
              <a:buNone/>
              <a:defRPr sz="5400" b="1">
                <a:solidFill>
                  <a:schemeClr val="bg1"/>
                </a:solidFill>
                <a:latin typeface="+mj-lt"/>
                <a:ea typeface="+mj-ea"/>
              </a:defRPr>
            </a:lvl1pPr>
            <a:lvl2pPr>
              <a:defRPr>
                <a:solidFill>
                  <a:srgbClr val="E6E6E6"/>
                </a:solidFill>
              </a:defRPr>
            </a:lvl2pPr>
            <a:lvl3pPr>
              <a:defRPr>
                <a:solidFill>
                  <a:srgbClr val="E6E6E6"/>
                </a:solidFill>
              </a:defRPr>
            </a:lvl3pPr>
            <a:lvl4pPr>
              <a:defRPr>
                <a:solidFill>
                  <a:srgbClr val="E6E6E6"/>
                </a:solidFill>
              </a:defRPr>
            </a:lvl4pPr>
            <a:lvl5pPr>
              <a:defRPr>
                <a:solidFill>
                  <a:srgbClr val="E6E6E6"/>
                </a:solidFill>
              </a:defRPr>
            </a:lvl5pPr>
          </a:lstStyle>
          <a:p>
            <a:pPr lvl="0"/>
            <a:r>
              <a:rPr lang="en-US" altLang="zh-TW" dirty="0"/>
              <a:t>THANK YOU</a:t>
            </a:r>
            <a:endParaRPr lang="zh-TW" altLang="en-US" dirty="0"/>
          </a:p>
        </p:txBody>
      </p:sp>
      <p:sp>
        <p:nvSpPr>
          <p:cNvPr id="18" name="文字版面配置區 9">
            <a:extLst>
              <a:ext uri="{FF2B5EF4-FFF2-40B4-BE49-F238E27FC236}">
                <a16:creationId xmlns:a16="http://schemas.microsoft.com/office/drawing/2014/main" id="{478AD34E-217F-494D-AD93-3723DDDBA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9213" y="2494469"/>
            <a:ext cx="4742490" cy="875758"/>
          </a:xfrm>
        </p:spPr>
        <p:txBody>
          <a:bodyPr/>
          <a:lstStyle>
            <a:lvl1pPr marL="0" indent="0" algn="r">
              <a:buNone/>
              <a:defRPr sz="2880" b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>
              <a:defRPr>
                <a:solidFill>
                  <a:srgbClr val="E6E6E6"/>
                </a:solidFill>
              </a:defRPr>
            </a:lvl2pPr>
            <a:lvl3pPr>
              <a:defRPr>
                <a:solidFill>
                  <a:srgbClr val="E6E6E6"/>
                </a:solidFill>
              </a:defRPr>
            </a:lvl3pPr>
            <a:lvl4pPr>
              <a:defRPr>
                <a:solidFill>
                  <a:srgbClr val="E6E6E6"/>
                </a:solidFill>
              </a:defRPr>
            </a:lvl4pPr>
            <a:lvl5pPr>
              <a:defRPr>
                <a:solidFill>
                  <a:srgbClr val="E6E6E6"/>
                </a:solidFill>
              </a:defRPr>
            </a:lvl5pPr>
          </a:lstStyle>
          <a:p>
            <a:r>
              <a:rPr lang="zh-TW" altLang="en-US" dirty="0"/>
              <a:t>感謝聆聽  謝謝各位</a:t>
            </a:r>
          </a:p>
        </p:txBody>
      </p:sp>
    </p:spTree>
    <p:extLst>
      <p:ext uri="{BB962C8B-B14F-4D97-AF65-F5344CB8AC3E}">
        <p14:creationId xmlns:p14="http://schemas.microsoft.com/office/powerpoint/2010/main" val="16690017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E9111FF-528B-4189-B638-C19FE6C5A8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文字版面配置區 9">
            <a:extLst>
              <a:ext uri="{FF2B5EF4-FFF2-40B4-BE49-F238E27FC236}">
                <a16:creationId xmlns:a16="http://schemas.microsoft.com/office/drawing/2014/main" id="{5951C22D-0F7D-4728-9195-66A2772025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82093" y="1854013"/>
            <a:ext cx="4742490" cy="875758"/>
          </a:xfrm>
        </p:spPr>
        <p:txBody>
          <a:bodyPr/>
          <a:lstStyle>
            <a:lvl1pPr marL="0" indent="0" algn="r">
              <a:buNone/>
              <a:defRPr sz="5400" b="1">
                <a:solidFill>
                  <a:srgbClr val="3476BE"/>
                </a:solidFill>
                <a:latin typeface="+mj-lt"/>
                <a:ea typeface="+mj-ea"/>
              </a:defRPr>
            </a:lvl1pPr>
            <a:lvl2pPr>
              <a:defRPr>
                <a:solidFill>
                  <a:srgbClr val="E6E6E6"/>
                </a:solidFill>
              </a:defRPr>
            </a:lvl2pPr>
            <a:lvl3pPr>
              <a:defRPr>
                <a:solidFill>
                  <a:srgbClr val="E6E6E6"/>
                </a:solidFill>
              </a:defRPr>
            </a:lvl3pPr>
            <a:lvl4pPr>
              <a:defRPr>
                <a:solidFill>
                  <a:srgbClr val="E6E6E6"/>
                </a:solidFill>
              </a:defRPr>
            </a:lvl4pPr>
            <a:lvl5pPr>
              <a:defRPr>
                <a:solidFill>
                  <a:srgbClr val="E6E6E6"/>
                </a:solidFill>
              </a:defRPr>
            </a:lvl5pPr>
          </a:lstStyle>
          <a:p>
            <a:pPr lvl="0"/>
            <a:r>
              <a:rPr lang="en-US" altLang="zh-TW" dirty="0"/>
              <a:t>THANK YOU</a:t>
            </a:r>
            <a:endParaRPr lang="zh-TW" altLang="en-US" dirty="0"/>
          </a:p>
        </p:txBody>
      </p:sp>
      <p:sp>
        <p:nvSpPr>
          <p:cNvPr id="6" name="文字版面配置區 9">
            <a:extLst>
              <a:ext uri="{FF2B5EF4-FFF2-40B4-BE49-F238E27FC236}">
                <a16:creationId xmlns:a16="http://schemas.microsoft.com/office/drawing/2014/main" id="{F360C099-381B-4767-A85F-A0A1089D9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82093" y="2677349"/>
            <a:ext cx="4742490" cy="875758"/>
          </a:xfrm>
        </p:spPr>
        <p:txBody>
          <a:bodyPr/>
          <a:lstStyle>
            <a:lvl1pPr marL="0" indent="0" algn="r">
              <a:buNone/>
              <a:defRPr sz="2880" b="0">
                <a:solidFill>
                  <a:srgbClr val="3476B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>
              <a:defRPr>
                <a:solidFill>
                  <a:srgbClr val="E6E6E6"/>
                </a:solidFill>
              </a:defRPr>
            </a:lvl2pPr>
            <a:lvl3pPr>
              <a:defRPr>
                <a:solidFill>
                  <a:srgbClr val="E6E6E6"/>
                </a:solidFill>
              </a:defRPr>
            </a:lvl3pPr>
            <a:lvl4pPr>
              <a:defRPr>
                <a:solidFill>
                  <a:srgbClr val="E6E6E6"/>
                </a:solidFill>
              </a:defRPr>
            </a:lvl4pPr>
            <a:lvl5pPr>
              <a:defRPr>
                <a:solidFill>
                  <a:srgbClr val="E6E6E6"/>
                </a:solidFill>
              </a:defRPr>
            </a:lvl5pPr>
          </a:lstStyle>
          <a:p>
            <a:r>
              <a:rPr lang="zh-TW" altLang="en-US" dirty="0"/>
              <a:t>感謝聆聽  謝謝各位</a:t>
            </a:r>
          </a:p>
        </p:txBody>
      </p:sp>
    </p:spTree>
    <p:extLst>
      <p:ext uri="{BB962C8B-B14F-4D97-AF65-F5344CB8AC3E}">
        <p14:creationId xmlns:p14="http://schemas.microsoft.com/office/powerpoint/2010/main" val="1859149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98720" y="712040"/>
            <a:ext cx="13632960" cy="9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98720" y="1843961"/>
            <a:ext cx="13632960" cy="167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Light"/>
              <a:buChar char="●"/>
              <a:defRPr sz="1200">
                <a:solidFill>
                  <a:schemeClr val="dk1"/>
                </a:solidFill>
                <a:latin typeface="Assistant Light"/>
                <a:ea typeface="Assistant Light"/>
                <a:cs typeface="Assistant Light"/>
                <a:sym typeface="Assistant Light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Light"/>
              <a:buChar char="○"/>
              <a:defRPr sz="1200">
                <a:solidFill>
                  <a:schemeClr val="dk1"/>
                </a:solidFill>
                <a:latin typeface="Assistant Light"/>
                <a:ea typeface="Assistant Light"/>
                <a:cs typeface="Assistant Light"/>
                <a:sym typeface="Assistant Light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Light"/>
              <a:buChar char="■"/>
              <a:defRPr sz="1200">
                <a:solidFill>
                  <a:schemeClr val="dk1"/>
                </a:solidFill>
                <a:latin typeface="Assistant Light"/>
                <a:ea typeface="Assistant Light"/>
                <a:cs typeface="Assistant Light"/>
                <a:sym typeface="Assistant Light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Light"/>
              <a:buChar char="●"/>
              <a:defRPr sz="1200">
                <a:solidFill>
                  <a:schemeClr val="dk1"/>
                </a:solidFill>
                <a:latin typeface="Assistant Light"/>
                <a:ea typeface="Assistant Light"/>
                <a:cs typeface="Assistant Light"/>
                <a:sym typeface="Assistant Light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Light"/>
              <a:buChar char="○"/>
              <a:defRPr sz="1200">
                <a:solidFill>
                  <a:schemeClr val="dk1"/>
                </a:solidFill>
                <a:latin typeface="Assistant Light"/>
                <a:ea typeface="Assistant Light"/>
                <a:cs typeface="Assistant Light"/>
                <a:sym typeface="Assistant Light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Light"/>
              <a:buChar char="■"/>
              <a:defRPr sz="1200">
                <a:solidFill>
                  <a:schemeClr val="dk1"/>
                </a:solidFill>
                <a:latin typeface="Assistant Light"/>
                <a:ea typeface="Assistant Light"/>
                <a:cs typeface="Assistant Light"/>
                <a:sym typeface="Assistant Light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Light"/>
              <a:buChar char="●"/>
              <a:defRPr sz="1200">
                <a:solidFill>
                  <a:schemeClr val="dk1"/>
                </a:solidFill>
                <a:latin typeface="Assistant Light"/>
                <a:ea typeface="Assistant Light"/>
                <a:cs typeface="Assistant Light"/>
                <a:sym typeface="Assistant Light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Light"/>
              <a:buChar char="○"/>
              <a:defRPr sz="1200">
                <a:solidFill>
                  <a:schemeClr val="dk1"/>
                </a:solidFill>
                <a:latin typeface="Assistant Light"/>
                <a:ea typeface="Assistant Light"/>
                <a:cs typeface="Assistant Light"/>
                <a:sym typeface="Assistant Light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ssistant Light"/>
              <a:buChar char="■"/>
              <a:defRPr sz="1200">
                <a:solidFill>
                  <a:schemeClr val="dk1"/>
                </a:solidFill>
                <a:latin typeface="Assistant Light"/>
                <a:ea typeface="Assistant Light"/>
                <a:cs typeface="Assistant Light"/>
                <a:sym typeface="Assistant Light"/>
              </a:defRPr>
            </a:lvl9pPr>
          </a:lstStyle>
          <a:p>
            <a:endParaRPr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A2CD630-6B93-8E63-C4E5-A60595745AE0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76200" y="7970520"/>
            <a:ext cx="1064896" cy="184666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***GLT 一般***</a:t>
            </a:r>
          </a:p>
        </p:txBody>
      </p:sp>
    </p:spTree>
    <p:extLst>
      <p:ext uri="{BB962C8B-B14F-4D97-AF65-F5344CB8AC3E}">
        <p14:creationId xmlns:p14="http://schemas.microsoft.com/office/powerpoint/2010/main" val="96301940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3476BE"/>
          </a:solidFill>
          <a:latin typeface="+mj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3476BE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605">
          <p15:clr>
            <a:srgbClr val="EA4335"/>
          </p15:clr>
        </p15:guide>
        <p15:guide id="2" orient="horz" pos="453">
          <p15:clr>
            <a:srgbClr val="EA4335"/>
          </p15:clr>
        </p15:guide>
        <p15:guide id="3" pos="7075">
          <p15:clr>
            <a:srgbClr val="EA4335"/>
          </p15:clr>
        </p15:guide>
        <p15:guide id="4" orient="horz" pos="386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群組 24">
            <a:extLst>
              <a:ext uri="{FF2B5EF4-FFF2-40B4-BE49-F238E27FC236}">
                <a16:creationId xmlns:a16="http://schemas.microsoft.com/office/drawing/2014/main" id="{5281D462-0BB7-43DF-BC2C-EEFB0D05173D}"/>
              </a:ext>
            </a:extLst>
          </p:cNvPr>
          <p:cNvGrpSpPr/>
          <p:nvPr/>
        </p:nvGrpSpPr>
        <p:grpSpPr>
          <a:xfrm>
            <a:off x="-4333" y="0"/>
            <a:ext cx="14634733" cy="8526700"/>
            <a:chOff x="-3611" y="0"/>
            <a:chExt cx="12195611" cy="7105583"/>
          </a:xfrm>
        </p:grpSpPr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B8FA4B52-A618-4567-945C-79226DCA7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02334"/>
              <a:ext cx="12192000" cy="6503249"/>
            </a:xfrm>
            <a:prstGeom prst="rect">
              <a:avLst/>
            </a:prstGeom>
          </p:spPr>
        </p:pic>
        <p:pic>
          <p:nvPicPr>
            <p:cNvPr id="22" name="圖片 21">
              <a:extLst>
                <a:ext uri="{FF2B5EF4-FFF2-40B4-BE49-F238E27FC236}">
                  <a16:creationId xmlns:a16="http://schemas.microsoft.com/office/drawing/2014/main" id="{377CFCB1-242A-4445-B03D-59A648F29F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638"/>
            <a:stretch/>
          </p:blipFill>
          <p:spPr>
            <a:xfrm>
              <a:off x="-3170" y="0"/>
              <a:ext cx="12192000" cy="6439097"/>
            </a:xfrm>
            <a:prstGeom prst="rect">
              <a:avLst/>
            </a:prstGeom>
          </p:spPr>
        </p:pic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E2A73158-AE91-46BF-9DD1-2975454D50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75108" r="73129" b="15598"/>
            <a:stretch/>
          </p:blipFill>
          <p:spPr>
            <a:xfrm>
              <a:off x="-3611" y="5836828"/>
              <a:ext cx="3276141" cy="602270"/>
            </a:xfrm>
            <a:prstGeom prst="rect">
              <a:avLst/>
            </a:prstGeom>
          </p:spPr>
        </p:pic>
      </p:grp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0EF8A7A-0B9D-4ADB-AF30-7CEC8A2C593C}"/>
              </a:ext>
            </a:extLst>
          </p:cNvPr>
          <p:cNvSpPr txBox="1"/>
          <p:nvPr/>
        </p:nvSpPr>
        <p:spPr>
          <a:xfrm>
            <a:off x="678427" y="4342926"/>
            <a:ext cx="6242415" cy="17709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85800" indent="-685800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u"/>
            </a:pPr>
            <a:r>
              <a:rPr lang="zh-TW" altLang="en-US" sz="3840" dirty="0">
                <a:solidFill>
                  <a:schemeClr val="bg1"/>
                </a:solidFill>
              </a:rPr>
              <a:t>用溝通建立信任關係</a:t>
            </a:r>
          </a:p>
          <a:p>
            <a:pPr marL="685800" indent="-685800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u"/>
            </a:pPr>
            <a:r>
              <a:rPr lang="zh-TW" altLang="en-US" sz="3840" dirty="0">
                <a:solidFill>
                  <a:schemeClr val="bg1"/>
                </a:solidFill>
              </a:rPr>
              <a:t> </a:t>
            </a:r>
            <a:r>
              <a:rPr lang="en-US" altLang="zh-TW" sz="3840" dirty="0">
                <a:solidFill>
                  <a:schemeClr val="bg1"/>
                </a:solidFill>
              </a:rPr>
              <a:t>CSS </a:t>
            </a:r>
            <a:r>
              <a:rPr lang="zh-TW" altLang="en-US" sz="3840" dirty="0">
                <a:solidFill>
                  <a:schemeClr val="bg1"/>
                </a:solidFill>
              </a:rPr>
              <a:t>動畫提升使用者體驗</a:t>
            </a:r>
          </a:p>
        </p:txBody>
      </p:sp>
    </p:spTree>
    <p:extLst>
      <p:ext uri="{BB962C8B-B14F-4D97-AF65-F5344CB8AC3E}">
        <p14:creationId xmlns:p14="http://schemas.microsoft.com/office/powerpoint/2010/main" val="4157236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DFBA3C-B33F-34BF-3069-639B1D9FA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D5941EBE-BA82-B3C6-70F7-4103AB7752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bg1"/>
                </a:solidFill>
              </a:rPr>
              <a:t>不同 </a:t>
            </a:r>
            <a:r>
              <a:rPr lang="en-US" altLang="zh-TW" dirty="0">
                <a:solidFill>
                  <a:schemeClr val="bg1"/>
                </a:solidFill>
              </a:rPr>
              <a:t>Context </a:t>
            </a:r>
            <a:r>
              <a:rPr lang="zh-TW" altLang="en-US" dirty="0">
                <a:solidFill>
                  <a:schemeClr val="bg1"/>
                </a:solidFill>
              </a:rPr>
              <a:t>的相等就是不相等 </a:t>
            </a:r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091F32DC-7AFB-74F8-4577-A12B0D7C4E0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TW" dirty="0"/>
              <a:t>【</a:t>
            </a:r>
            <a:r>
              <a:rPr lang="zh-TW" altLang="en-US" dirty="0"/>
              <a:t>案例：</a:t>
            </a:r>
            <a:r>
              <a:rPr lang="en-US" altLang="zh-TW" dirty="0"/>
              <a:t>MySQL </a:t>
            </a:r>
            <a:r>
              <a:rPr lang="zh-TW" altLang="en-US" dirty="0"/>
              <a:t>定序導致的帳號劫持</a:t>
            </a:r>
            <a:r>
              <a:rPr lang="en-US" altLang="zh-TW" dirty="0"/>
              <a:t>】</a:t>
            </a:r>
          </a:p>
          <a:p>
            <a:r>
              <a:rPr lang="zh-TW" altLang="en-US" dirty="0"/>
              <a:t>漏洞程式碼 </a:t>
            </a:r>
            <a:r>
              <a:rPr lang="en-US" altLang="zh-TW" dirty="0"/>
              <a:t>(Node.js/SQL)</a:t>
            </a:r>
            <a:r>
              <a:rPr lang="zh-TW" altLang="en-US" dirty="0"/>
              <a:t>：</a:t>
            </a:r>
            <a:endParaRPr lang="en-US" altLang="zh-TW" dirty="0"/>
          </a:p>
          <a:p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A9622E0-CF04-8DC8-9BC4-302BB616F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88530"/>
            <a:ext cx="14630400" cy="74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734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28355C1F-5085-4037-876B-2EB737DA55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bg1"/>
                </a:solidFill>
              </a:rPr>
              <a:t>不同 </a:t>
            </a:r>
            <a:r>
              <a:rPr lang="en-US" altLang="zh-TW" dirty="0">
                <a:solidFill>
                  <a:schemeClr val="bg1"/>
                </a:solidFill>
              </a:rPr>
              <a:t>Context </a:t>
            </a:r>
            <a:r>
              <a:rPr lang="zh-TW" altLang="en-US" dirty="0">
                <a:solidFill>
                  <a:schemeClr val="bg1"/>
                </a:solidFill>
              </a:rPr>
              <a:t>的相等就是不相等 </a:t>
            </a:r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73AECFCC-2CB5-4614-8DE5-BA9057BBF3D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內容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EF7CE34-85D5-479C-ACC0-4BAEA0BB8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88530"/>
            <a:ext cx="14630400" cy="74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808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1908A1-F0D9-08FF-F54D-91F1C021D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FFA3EA7D-79AE-7BE2-81A9-8BFF40C465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bg1"/>
                </a:solidFill>
              </a:rPr>
              <a:t>小心字串取代機制</a:t>
            </a:r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D9EF4544-3F0A-9309-EB4E-EB0FE208891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內容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215D65A-369E-9F59-184A-AD73D0B0F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88530"/>
            <a:ext cx="14630400" cy="74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157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535EBE-59A6-B5CF-FB0F-260542D3F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F070D0D-E256-B5D8-10EF-292419FE28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bg1"/>
                </a:solidFill>
              </a:rPr>
              <a:t>函式功能不等於路徑過濾</a:t>
            </a:r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02598404-E4AD-273A-1FD1-DBDFAA03409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內容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4755B40-403B-741B-45AD-AAED3B209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88530"/>
            <a:ext cx="14630400" cy="74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529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47E68B-6E3E-5F35-3ABD-57830E08B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D754237E-5645-AB24-3CC1-D9CE85E0D5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bg1"/>
                </a:solidFill>
              </a:rPr>
              <a:t>絕對不要把使用者輸入照單全收 </a:t>
            </a:r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BA61440C-0B52-C460-7C24-628C0A810ED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內容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1D7BFE5-1621-CE75-A3BD-1920E3270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88530"/>
            <a:ext cx="14630400" cy="74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885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34B3A2-9392-B261-3AB1-7A9400420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863AFBE-E3E3-446A-92B6-3DDAE33140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bg1"/>
                </a:solidFill>
              </a:rPr>
              <a:t>謹慎使用正規表達式 </a:t>
            </a:r>
            <a:r>
              <a:rPr lang="en-US" altLang="zh-TW" dirty="0">
                <a:solidFill>
                  <a:schemeClr val="bg1"/>
                </a:solidFill>
              </a:rPr>
              <a:t>(Regex)</a:t>
            </a:r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F550B07E-D84A-7E0C-9F38-192801F499A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內容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1E3D5DA-10B5-5269-0BAF-0C142C267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88530"/>
            <a:ext cx="14630400" cy="74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538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arketing Newsletter">
  <a:themeElements>
    <a:clrScheme name="自訂 1">
      <a:dk1>
        <a:srgbClr val="3476BE"/>
      </a:dk1>
      <a:lt1>
        <a:srgbClr val="FFFFFF"/>
      </a:lt1>
      <a:dk2>
        <a:srgbClr val="181818"/>
      </a:dk2>
      <a:lt2>
        <a:srgbClr val="EFEFEF"/>
      </a:lt2>
      <a:accent1>
        <a:srgbClr val="E62310"/>
      </a:accent1>
      <a:accent2>
        <a:srgbClr val="F2F2F2"/>
      </a:accent2>
      <a:accent3>
        <a:srgbClr val="515151"/>
      </a:accent3>
      <a:accent4>
        <a:srgbClr val="FFC000"/>
      </a:accent4>
      <a:accent5>
        <a:srgbClr val="00B050"/>
      </a:accent5>
      <a:accent6>
        <a:srgbClr val="00B0F0"/>
      </a:accent6>
      <a:hlink>
        <a:srgbClr val="FFFFFF"/>
      </a:hlink>
      <a:folHlink>
        <a:srgbClr val="003D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79</Words>
  <Application>Microsoft Office PowerPoint</Application>
  <PresentationFormat>自訂</PresentationFormat>
  <Paragraphs>15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7</vt:i4>
      </vt:variant>
    </vt:vector>
  </HeadingPairs>
  <TitlesOfParts>
    <vt:vector size="16" baseType="lpstr">
      <vt:lpstr>微軟正黑體</vt:lpstr>
      <vt:lpstr>標楷體</vt:lpstr>
      <vt:lpstr>Arial</vt:lpstr>
      <vt:lpstr>Assistant Light</vt:lpstr>
      <vt:lpstr>Calibri</vt:lpstr>
      <vt:lpstr>Nunito Sans</vt:lpstr>
      <vt:lpstr>Wingdings</vt:lpstr>
      <vt:lpstr>Office Theme</vt:lpstr>
      <vt:lpstr>Marketing Newsletter</vt:lpstr>
      <vt:lpstr>PowerPoint 簡報</vt:lpstr>
      <vt:lpstr>不同 Context 的相等就是不相等 </vt:lpstr>
      <vt:lpstr>不同 Context 的相等就是不相等 </vt:lpstr>
      <vt:lpstr>小心字串取代機制</vt:lpstr>
      <vt:lpstr>函式功能不等於路徑過濾</vt:lpstr>
      <vt:lpstr>絕對不要把使用者輸入照單全收 </vt:lpstr>
      <vt:lpstr>謹慎使用正規表達式 (Regex)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Neil_yang(GLTTCL-楊祖豪)</cp:lastModifiedBy>
  <cp:revision>5</cp:revision>
  <dcterms:created xsi:type="dcterms:W3CDTF">2013-01-27T09:14:16Z</dcterms:created>
  <dcterms:modified xsi:type="dcterms:W3CDTF">2025-12-29T08:33:47Z</dcterms:modified>
  <cp:category/>
</cp:coreProperties>
</file>